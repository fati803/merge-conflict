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9" r:id="rId1"/>
  </p:sldMasterIdLst>
  <p:notesMasterIdLst>
    <p:notesMasterId r:id="rId16"/>
  </p:notesMasterIdLst>
  <p:sldIdLst>
    <p:sldId id="281" r:id="rId2"/>
    <p:sldId id="256" r:id="rId3"/>
    <p:sldId id="257" r:id="rId4"/>
    <p:sldId id="258" r:id="rId5"/>
    <p:sldId id="259" r:id="rId6"/>
    <p:sldId id="260" r:id="rId7"/>
    <p:sldId id="262" r:id="rId8"/>
    <p:sldId id="261" r:id="rId9"/>
    <p:sldId id="265" r:id="rId10"/>
    <p:sldId id="263" r:id="rId11"/>
    <p:sldId id="264" r:id="rId12"/>
    <p:sldId id="270" r:id="rId13"/>
    <p:sldId id="266" r:id="rId14"/>
    <p:sldId id="278" r:id="rId15"/>
  </p:sldIdLst>
  <p:sldSz cx="9144000" cy="5143500" type="screen16x9"/>
  <p:notesSz cx="6858000" cy="9144000"/>
  <p:embeddedFontLst>
    <p:embeddedFont>
      <p:font typeface="Anton" panose="020F0502020204030204" pitchFamily="2" charset="0"/>
      <p:regular r:id="rId17"/>
    </p:embeddedFont>
    <p:embeddedFont>
      <p:font typeface="B Nazanin" panose="020B0604020202020204" charset="0"/>
      <p:regular r:id="rId18"/>
    </p:embeddedFont>
    <p:embeddedFont>
      <p:font typeface="B Sina" panose="020B0604020202020204" charset="-78"/>
      <p:bold r:id="rId19"/>
    </p:embeddedFont>
    <p:embeddedFont>
      <p:font typeface="Fira Sans Condensed Light" panose="020F0502020204030204" pitchFamily="34" charset="0"/>
      <p:regular r:id="rId20"/>
      <p:italic r:id="rId21"/>
    </p:embeddedFont>
    <p:embeddedFont>
      <p:font typeface="Josefin Slab" panose="020F0502020204030204" pitchFamily="2" charset="0"/>
      <p:regular r:id="rId22"/>
      <p:bold r:id="rId23"/>
      <p:italic r:id="rId24"/>
      <p:boldItalic r:id="rId25"/>
    </p:embeddedFont>
    <p:embeddedFont>
      <p:font typeface="Rajdhani" panose="020B0604020202020204" charset="0"/>
      <p:bold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B7CE849-794C-45D5-BB0B-582ACD65B085}">
  <a:tblStyle styleId="{5B7CE849-794C-45D5-BB0B-582ACD65B08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96" y="1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708a6ee8a1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708a6ee8a1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708a6ee8a1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708a6ee8a1_0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708a6ee8a1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708a6ee8a1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708a6ee8a1_0_3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708a6ee8a1_0_3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708a6ee8a1_0_3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708a6ee8a1_0_3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708a6ee8a1_0_4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708a6ee8a1_0_4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708a6ee8a1_0_3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708a6ee8a1_0_3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65abef0139_0_2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4" name="Google Shape;644;g65abef0139_0_2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708a6ee8a1_0_4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708a6ee8a1_0_4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65abef0139_0_145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65abef0139_0_145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g6b4974444a_0_8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1" name="Google Shape;751;g6b4974444a_0_8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g65abef0139_0_4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0" name="Google Shape;650;g65abef0139_0_4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5" name="Google Shape;1765;g65abef0139_0_13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6" name="Google Shape;1766;g65abef0139_0_13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20000" y="1139150"/>
            <a:ext cx="4404000" cy="259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7200">
                <a:solidFill>
                  <a:srgbClr val="F3F3F3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20000" y="3585075"/>
            <a:ext cx="3384900" cy="4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rgbClr val="F3F3F3"/>
                </a:solidFill>
                <a:latin typeface="Advent Pro Light"/>
                <a:ea typeface="Advent Pro Light"/>
                <a:cs typeface="Advent Pro Light"/>
                <a:sym typeface="Advent Pro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4634135" y="1434600"/>
            <a:ext cx="3532800" cy="22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4800">
                <a:solidFill>
                  <a:srgbClr val="F3F3F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  <a:solidFill>
            <a:srgbClr val="FFFFFF">
              <a:alpha val="45090"/>
            </a:srgbClr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AutoNum type="arabicPeriod"/>
              <a:defRPr sz="1300">
                <a:solidFill>
                  <a:srgbClr val="F3F3F3"/>
                </a:solidFill>
              </a:defRPr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alphaLcPeriod"/>
              <a:defRPr sz="1200"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romanLcPeriod"/>
              <a:defRPr sz="1200"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arabicPeriod"/>
              <a:defRPr sz="1200"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alphaLcPeriod"/>
              <a:defRPr sz="1200"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romanLcPeriod"/>
              <a:defRPr sz="1200"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arabicPeriod"/>
              <a:defRPr sz="1200"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alphaLcPeriod"/>
              <a:defRPr sz="1200"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100"/>
              <a:buAutoNum type="romanLcPeriod"/>
              <a:defRPr sz="1200"/>
            </a:lvl9pPr>
          </a:lstStyle>
          <a:p>
            <a:endParaRPr/>
          </a:p>
        </p:txBody>
      </p:sp>
      <p:sp>
        <p:nvSpPr>
          <p:cNvPr id="15" name="Google Shape;15;p4"/>
          <p:cNvSpPr txBox="1">
            <a:spLocks noGrp="1"/>
          </p:cNvSpPr>
          <p:nvPr>
            <p:ph type="title"/>
          </p:nvPr>
        </p:nvSpPr>
        <p:spPr>
          <a:xfrm>
            <a:off x="720100" y="5098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title"/>
          </p:nvPr>
        </p:nvSpPr>
        <p:spPr>
          <a:xfrm>
            <a:off x="720100" y="5098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título 1">
  <p:cSld name="TITLE_ONLY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7"/>
          <p:cNvSpPr txBox="1">
            <a:spLocks noGrp="1"/>
          </p:cNvSpPr>
          <p:nvPr>
            <p:ph type="title"/>
          </p:nvPr>
        </p:nvSpPr>
        <p:spPr>
          <a:xfrm>
            <a:off x="720100" y="5098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8"/>
          <p:cNvSpPr txBox="1">
            <a:spLocks noGrp="1"/>
          </p:cNvSpPr>
          <p:nvPr>
            <p:ph type="subTitle" idx="1"/>
          </p:nvPr>
        </p:nvSpPr>
        <p:spPr>
          <a:xfrm>
            <a:off x="2487163" y="1434600"/>
            <a:ext cx="3367800" cy="22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rgbClr val="F3F3F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8" name="Google Shape;28;p8"/>
          <p:cNvSpPr txBox="1">
            <a:spLocks noGrp="1"/>
          </p:cNvSpPr>
          <p:nvPr>
            <p:ph type="title"/>
          </p:nvPr>
        </p:nvSpPr>
        <p:spPr>
          <a:xfrm>
            <a:off x="6530228" y="1434600"/>
            <a:ext cx="1967100" cy="22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4800">
                <a:solidFill>
                  <a:srgbClr val="F3F3F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0"/>
          <p:cNvSpPr txBox="1">
            <a:spLocks noGrp="1"/>
          </p:cNvSpPr>
          <p:nvPr>
            <p:ph type="title"/>
          </p:nvPr>
        </p:nvSpPr>
        <p:spPr>
          <a:xfrm>
            <a:off x="522825" y="971850"/>
            <a:ext cx="3787800" cy="319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4200"/>
              <a:buNone/>
              <a:defRPr sz="6000">
                <a:solidFill>
                  <a:srgbClr val="F3F3F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3" name="Google Shape;33;p10"/>
          <p:cNvSpPr txBox="1">
            <a:spLocks noGrp="1"/>
          </p:cNvSpPr>
          <p:nvPr>
            <p:ph type="subTitle" idx="1"/>
          </p:nvPr>
        </p:nvSpPr>
        <p:spPr>
          <a:xfrm>
            <a:off x="4799950" y="1954200"/>
            <a:ext cx="19401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400">
                <a:solidFill>
                  <a:srgbClr val="F3F3F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4" name="Google Shape;34;p10"/>
          <p:cNvSpPr txBox="1">
            <a:spLocks noGrp="1"/>
          </p:cNvSpPr>
          <p:nvPr>
            <p:ph type="title" idx="2" hasCustomPrompt="1"/>
          </p:nvPr>
        </p:nvSpPr>
        <p:spPr>
          <a:xfrm>
            <a:off x="4849170" y="1001125"/>
            <a:ext cx="2026800" cy="181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0"/>
              <a:buNone/>
              <a:defRPr sz="14000">
                <a:solidFill>
                  <a:srgbClr val="F3F3F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1"/>
          <p:cNvSpPr txBox="1">
            <a:spLocks noGrp="1"/>
          </p:cNvSpPr>
          <p:nvPr>
            <p:ph type="title"/>
          </p:nvPr>
        </p:nvSpPr>
        <p:spPr>
          <a:xfrm>
            <a:off x="720100" y="1706850"/>
            <a:ext cx="2759700" cy="172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4500">
                <a:solidFill>
                  <a:srgbClr val="F3F3F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BLANK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4"/>
          <p:cNvSpPr txBox="1">
            <a:spLocks noGrp="1"/>
          </p:cNvSpPr>
          <p:nvPr>
            <p:ph type="title"/>
          </p:nvPr>
        </p:nvSpPr>
        <p:spPr>
          <a:xfrm>
            <a:off x="1511713" y="1452625"/>
            <a:ext cx="2339100" cy="4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i="0">
                <a:solidFill>
                  <a:srgbClr val="F3F3F3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43" name="Google Shape;43;p14"/>
          <p:cNvSpPr txBox="1">
            <a:spLocks noGrp="1"/>
          </p:cNvSpPr>
          <p:nvPr>
            <p:ph type="subTitle" idx="1"/>
          </p:nvPr>
        </p:nvSpPr>
        <p:spPr>
          <a:xfrm>
            <a:off x="1511712" y="1779575"/>
            <a:ext cx="2339100" cy="64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3F3F3"/>
                </a:solidFill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rgbClr val="F3F3F3"/>
                </a:solidFill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rgbClr val="F3F3F3"/>
                </a:solidFill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rgbClr val="F3F3F3"/>
                </a:solidFill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rgbClr val="F3F3F3"/>
                </a:solidFill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rgbClr val="F3F3F3"/>
                </a:solidFill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rgbClr val="F3F3F3"/>
                </a:solidFill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rgbClr val="F3F3F3"/>
                </a:solidFill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400">
                <a:solidFill>
                  <a:srgbClr val="F3F3F3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14"/>
          <p:cNvSpPr txBox="1">
            <a:spLocks noGrp="1"/>
          </p:cNvSpPr>
          <p:nvPr>
            <p:ph type="title" idx="2"/>
          </p:nvPr>
        </p:nvSpPr>
        <p:spPr>
          <a:xfrm>
            <a:off x="4845487" y="1455263"/>
            <a:ext cx="2339100" cy="4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72000"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i="0">
                <a:solidFill>
                  <a:srgbClr val="F3F3F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45" name="Google Shape;45;p14"/>
          <p:cNvSpPr txBox="1">
            <a:spLocks noGrp="1"/>
          </p:cNvSpPr>
          <p:nvPr>
            <p:ph type="subTitle" idx="3"/>
          </p:nvPr>
        </p:nvSpPr>
        <p:spPr>
          <a:xfrm>
            <a:off x="4845487" y="1782238"/>
            <a:ext cx="2339100" cy="64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3F3F3"/>
                </a:solidFill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rgbClr val="F3F3F3"/>
                </a:solidFill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rgbClr val="F3F3F3"/>
                </a:solidFill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rgbClr val="F3F3F3"/>
                </a:solidFill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rgbClr val="F3F3F3"/>
                </a:solidFill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rgbClr val="F3F3F3"/>
                </a:solidFill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rgbClr val="F3F3F3"/>
                </a:solidFill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rgbClr val="F3F3F3"/>
                </a:solidFill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400">
                <a:solidFill>
                  <a:srgbClr val="F3F3F3"/>
                </a:solidFill>
              </a:defRPr>
            </a:lvl9pPr>
          </a:lstStyle>
          <a:p>
            <a:endParaRPr/>
          </a:p>
        </p:txBody>
      </p:sp>
      <p:sp>
        <p:nvSpPr>
          <p:cNvPr id="46" name="Google Shape;46;p14"/>
          <p:cNvSpPr txBox="1">
            <a:spLocks noGrp="1"/>
          </p:cNvSpPr>
          <p:nvPr>
            <p:ph type="title" idx="4"/>
          </p:nvPr>
        </p:nvSpPr>
        <p:spPr>
          <a:xfrm>
            <a:off x="2768313" y="2877450"/>
            <a:ext cx="2339100" cy="4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i="0">
                <a:solidFill>
                  <a:srgbClr val="F3F3F3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47" name="Google Shape;47;p14"/>
          <p:cNvSpPr txBox="1">
            <a:spLocks noGrp="1"/>
          </p:cNvSpPr>
          <p:nvPr>
            <p:ph type="subTitle" idx="5"/>
          </p:nvPr>
        </p:nvSpPr>
        <p:spPr>
          <a:xfrm>
            <a:off x="2768312" y="3204400"/>
            <a:ext cx="2339100" cy="64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3F3F3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rgbClr val="F3F3F3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rgbClr val="F3F3F3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rgbClr val="F3F3F3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rgbClr val="F3F3F3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rgbClr val="F3F3F3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rgbClr val="F3F3F3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rgbClr val="F3F3F3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sz="1400">
                <a:solidFill>
                  <a:srgbClr val="F3F3F3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14"/>
          <p:cNvSpPr txBox="1">
            <a:spLocks noGrp="1"/>
          </p:cNvSpPr>
          <p:nvPr>
            <p:ph type="title" idx="6"/>
          </p:nvPr>
        </p:nvSpPr>
        <p:spPr>
          <a:xfrm>
            <a:off x="6100575" y="2878082"/>
            <a:ext cx="2339100" cy="4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72000"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i="0">
                <a:solidFill>
                  <a:srgbClr val="F3F3F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49" name="Google Shape;49;p14"/>
          <p:cNvSpPr txBox="1">
            <a:spLocks noGrp="1"/>
          </p:cNvSpPr>
          <p:nvPr>
            <p:ph type="subTitle" idx="7"/>
          </p:nvPr>
        </p:nvSpPr>
        <p:spPr>
          <a:xfrm>
            <a:off x="6100575" y="3205057"/>
            <a:ext cx="2339100" cy="64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3F3F3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rgbClr val="F3F3F3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rgbClr val="F3F3F3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rgbClr val="F3F3F3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rgbClr val="F3F3F3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rgbClr val="F3F3F3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rgbClr val="F3F3F3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rgbClr val="F3F3F3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sz="1400">
                <a:solidFill>
                  <a:srgbClr val="F3F3F3"/>
                </a:solidFill>
              </a:defRPr>
            </a:lvl9pPr>
          </a:lstStyle>
          <a:p>
            <a:endParaRPr/>
          </a:p>
        </p:txBody>
      </p:sp>
      <p:sp>
        <p:nvSpPr>
          <p:cNvPr id="50" name="Google Shape;50;p14"/>
          <p:cNvSpPr txBox="1">
            <a:spLocks noGrp="1"/>
          </p:cNvSpPr>
          <p:nvPr>
            <p:ph type="title" idx="8" hasCustomPrompt="1"/>
          </p:nvPr>
        </p:nvSpPr>
        <p:spPr>
          <a:xfrm>
            <a:off x="1959337" y="3164300"/>
            <a:ext cx="600000" cy="42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4800"/>
              <a:buNone/>
              <a:defRPr sz="2400">
                <a:solidFill>
                  <a:srgbClr val="F3F3F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51" name="Google Shape;51;p14"/>
          <p:cNvSpPr txBox="1">
            <a:spLocks noGrp="1"/>
          </p:cNvSpPr>
          <p:nvPr>
            <p:ph type="title" idx="9" hasCustomPrompt="1"/>
          </p:nvPr>
        </p:nvSpPr>
        <p:spPr>
          <a:xfrm>
            <a:off x="704337" y="1730350"/>
            <a:ext cx="600000" cy="42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4800"/>
              <a:buNone/>
              <a:defRPr sz="2400">
                <a:solidFill>
                  <a:srgbClr val="F3F3F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52" name="Google Shape;52;p14"/>
          <p:cNvSpPr txBox="1">
            <a:spLocks noGrp="1"/>
          </p:cNvSpPr>
          <p:nvPr>
            <p:ph type="title" idx="13" hasCustomPrompt="1"/>
          </p:nvPr>
        </p:nvSpPr>
        <p:spPr>
          <a:xfrm>
            <a:off x="5304000" y="3183632"/>
            <a:ext cx="600000" cy="42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4800"/>
              <a:buNone/>
              <a:defRPr sz="2400">
                <a:solidFill>
                  <a:srgbClr val="F3F3F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53" name="Google Shape;53;p14"/>
          <p:cNvSpPr txBox="1">
            <a:spLocks noGrp="1"/>
          </p:cNvSpPr>
          <p:nvPr>
            <p:ph type="title" idx="14" hasCustomPrompt="1"/>
          </p:nvPr>
        </p:nvSpPr>
        <p:spPr>
          <a:xfrm>
            <a:off x="4048912" y="1719213"/>
            <a:ext cx="600000" cy="42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4800"/>
              <a:buNone/>
              <a:defRPr sz="2400">
                <a:solidFill>
                  <a:srgbClr val="F3F3F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BLANK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>
            <a:spLocks noGrp="1"/>
          </p:cNvSpPr>
          <p:nvPr>
            <p:ph type="subTitle" idx="1"/>
          </p:nvPr>
        </p:nvSpPr>
        <p:spPr>
          <a:xfrm>
            <a:off x="1725925" y="1894325"/>
            <a:ext cx="2208600" cy="70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Josefin Slab"/>
              <a:buNone/>
              <a:defRPr sz="1400">
                <a:solidFill>
                  <a:srgbClr val="F3F3F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Josefin Slab"/>
              <a:buNone/>
              <a:defRPr sz="1100">
                <a:latin typeface="Josefin Slab"/>
                <a:ea typeface="Josefin Slab"/>
                <a:cs typeface="Josefin Slab"/>
                <a:sym typeface="Josefin Slab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Josefin Slab"/>
              <a:buNone/>
              <a:defRPr sz="1100">
                <a:latin typeface="Josefin Slab"/>
                <a:ea typeface="Josefin Slab"/>
                <a:cs typeface="Josefin Slab"/>
                <a:sym typeface="Josefin Slab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Josefin Slab"/>
              <a:buNone/>
              <a:defRPr sz="1100">
                <a:latin typeface="Josefin Slab"/>
                <a:ea typeface="Josefin Slab"/>
                <a:cs typeface="Josefin Slab"/>
                <a:sym typeface="Josefin Slab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Josefin Slab"/>
              <a:buNone/>
              <a:defRPr sz="1100">
                <a:latin typeface="Josefin Slab"/>
                <a:ea typeface="Josefin Slab"/>
                <a:cs typeface="Josefin Slab"/>
                <a:sym typeface="Josefin Slab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Josefin Slab"/>
              <a:buNone/>
              <a:defRPr sz="1100">
                <a:latin typeface="Josefin Slab"/>
                <a:ea typeface="Josefin Slab"/>
                <a:cs typeface="Josefin Slab"/>
                <a:sym typeface="Josefin Slab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Josefin Slab"/>
              <a:buNone/>
              <a:defRPr sz="1100">
                <a:latin typeface="Josefin Slab"/>
                <a:ea typeface="Josefin Slab"/>
                <a:cs typeface="Josefin Slab"/>
                <a:sym typeface="Josefin Slab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Josefin Slab"/>
              <a:buNone/>
              <a:defRPr sz="1100">
                <a:latin typeface="Josefin Slab"/>
                <a:ea typeface="Josefin Slab"/>
                <a:cs typeface="Josefin Slab"/>
                <a:sym typeface="Josefin Slab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Josefin Slab"/>
              <a:buNone/>
              <a:defRPr sz="1100">
                <a:latin typeface="Josefin Slab"/>
                <a:ea typeface="Josefin Slab"/>
                <a:cs typeface="Josefin Slab"/>
                <a:sym typeface="Josefin Slab"/>
              </a:defRPr>
            </a:lvl9pPr>
          </a:lstStyle>
          <a:p>
            <a:endParaRPr/>
          </a:p>
        </p:txBody>
      </p:sp>
      <p:sp>
        <p:nvSpPr>
          <p:cNvPr id="56" name="Google Shape;56;p15"/>
          <p:cNvSpPr txBox="1">
            <a:spLocks noGrp="1"/>
          </p:cNvSpPr>
          <p:nvPr>
            <p:ph type="subTitle" idx="2"/>
          </p:nvPr>
        </p:nvSpPr>
        <p:spPr>
          <a:xfrm>
            <a:off x="5803499" y="1894325"/>
            <a:ext cx="2208600" cy="70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Josefin Slab"/>
              <a:buNone/>
              <a:defRPr sz="1400">
                <a:solidFill>
                  <a:srgbClr val="F3F3F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Josefin Slab"/>
              <a:buNone/>
              <a:defRPr sz="1100">
                <a:latin typeface="Josefin Slab"/>
                <a:ea typeface="Josefin Slab"/>
                <a:cs typeface="Josefin Slab"/>
                <a:sym typeface="Josefin Slab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Josefin Slab"/>
              <a:buNone/>
              <a:defRPr sz="1100">
                <a:latin typeface="Josefin Slab"/>
                <a:ea typeface="Josefin Slab"/>
                <a:cs typeface="Josefin Slab"/>
                <a:sym typeface="Josefin Slab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Josefin Slab"/>
              <a:buNone/>
              <a:defRPr sz="1100">
                <a:latin typeface="Josefin Slab"/>
                <a:ea typeface="Josefin Slab"/>
                <a:cs typeface="Josefin Slab"/>
                <a:sym typeface="Josefin Slab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Josefin Slab"/>
              <a:buNone/>
              <a:defRPr sz="1100">
                <a:latin typeface="Josefin Slab"/>
                <a:ea typeface="Josefin Slab"/>
                <a:cs typeface="Josefin Slab"/>
                <a:sym typeface="Josefin Slab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Josefin Slab"/>
              <a:buNone/>
              <a:defRPr sz="1100">
                <a:latin typeface="Josefin Slab"/>
                <a:ea typeface="Josefin Slab"/>
                <a:cs typeface="Josefin Slab"/>
                <a:sym typeface="Josefin Slab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Josefin Slab"/>
              <a:buNone/>
              <a:defRPr sz="1100">
                <a:latin typeface="Josefin Slab"/>
                <a:ea typeface="Josefin Slab"/>
                <a:cs typeface="Josefin Slab"/>
                <a:sym typeface="Josefin Slab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Josefin Slab"/>
              <a:buNone/>
              <a:defRPr sz="1100">
                <a:latin typeface="Josefin Slab"/>
                <a:ea typeface="Josefin Slab"/>
                <a:cs typeface="Josefin Slab"/>
                <a:sym typeface="Josefin Slab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Josefin Slab"/>
              <a:buNone/>
              <a:defRPr sz="1100">
                <a:latin typeface="Josefin Slab"/>
                <a:ea typeface="Josefin Slab"/>
                <a:cs typeface="Josefin Slab"/>
                <a:sym typeface="Josefin Slab"/>
              </a:defRPr>
            </a:lvl9pPr>
          </a:lstStyle>
          <a:p>
            <a:endParaRPr/>
          </a:p>
        </p:txBody>
      </p:sp>
      <p:sp>
        <p:nvSpPr>
          <p:cNvPr id="57" name="Google Shape;57;p15"/>
          <p:cNvSpPr txBox="1">
            <a:spLocks noGrp="1"/>
          </p:cNvSpPr>
          <p:nvPr>
            <p:ph type="subTitle" idx="3"/>
          </p:nvPr>
        </p:nvSpPr>
        <p:spPr>
          <a:xfrm>
            <a:off x="1725925" y="3491450"/>
            <a:ext cx="2208600" cy="70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Josefin Slab"/>
              <a:buNone/>
              <a:defRPr sz="1400">
                <a:solidFill>
                  <a:srgbClr val="F3F3F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Josefin Slab"/>
              <a:buNone/>
              <a:defRPr sz="1100">
                <a:latin typeface="Josefin Slab"/>
                <a:ea typeface="Josefin Slab"/>
                <a:cs typeface="Josefin Slab"/>
                <a:sym typeface="Josefin Slab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Josefin Slab"/>
              <a:buNone/>
              <a:defRPr sz="1100">
                <a:latin typeface="Josefin Slab"/>
                <a:ea typeface="Josefin Slab"/>
                <a:cs typeface="Josefin Slab"/>
                <a:sym typeface="Josefin Slab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Josefin Slab"/>
              <a:buNone/>
              <a:defRPr sz="1100">
                <a:latin typeface="Josefin Slab"/>
                <a:ea typeface="Josefin Slab"/>
                <a:cs typeface="Josefin Slab"/>
                <a:sym typeface="Josefin Slab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Josefin Slab"/>
              <a:buNone/>
              <a:defRPr sz="1100">
                <a:latin typeface="Josefin Slab"/>
                <a:ea typeface="Josefin Slab"/>
                <a:cs typeface="Josefin Slab"/>
                <a:sym typeface="Josefin Slab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Josefin Slab"/>
              <a:buNone/>
              <a:defRPr sz="1100">
                <a:latin typeface="Josefin Slab"/>
                <a:ea typeface="Josefin Slab"/>
                <a:cs typeface="Josefin Slab"/>
                <a:sym typeface="Josefin Slab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Josefin Slab"/>
              <a:buNone/>
              <a:defRPr sz="1100">
                <a:latin typeface="Josefin Slab"/>
                <a:ea typeface="Josefin Slab"/>
                <a:cs typeface="Josefin Slab"/>
                <a:sym typeface="Josefin Slab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Josefin Slab"/>
              <a:buNone/>
              <a:defRPr sz="1100">
                <a:latin typeface="Josefin Slab"/>
                <a:ea typeface="Josefin Slab"/>
                <a:cs typeface="Josefin Slab"/>
                <a:sym typeface="Josefin Slab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Josefin Slab"/>
              <a:buNone/>
              <a:defRPr sz="1100">
                <a:latin typeface="Josefin Slab"/>
                <a:ea typeface="Josefin Slab"/>
                <a:cs typeface="Josefin Slab"/>
                <a:sym typeface="Josefin Slab"/>
              </a:defRPr>
            </a:lvl9pPr>
          </a:lstStyle>
          <a:p>
            <a:endParaRPr/>
          </a:p>
        </p:txBody>
      </p:sp>
      <p:sp>
        <p:nvSpPr>
          <p:cNvPr id="58" name="Google Shape;58;p15"/>
          <p:cNvSpPr txBox="1">
            <a:spLocks noGrp="1"/>
          </p:cNvSpPr>
          <p:nvPr>
            <p:ph type="subTitle" idx="4"/>
          </p:nvPr>
        </p:nvSpPr>
        <p:spPr>
          <a:xfrm>
            <a:off x="5803499" y="3491450"/>
            <a:ext cx="2208600" cy="70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Josefin Slab"/>
              <a:buNone/>
              <a:defRPr sz="1400">
                <a:solidFill>
                  <a:srgbClr val="F3F3F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Josefin Slab"/>
              <a:buNone/>
              <a:defRPr sz="1100">
                <a:latin typeface="Josefin Slab"/>
                <a:ea typeface="Josefin Slab"/>
                <a:cs typeface="Josefin Slab"/>
                <a:sym typeface="Josefin Slab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Josefin Slab"/>
              <a:buNone/>
              <a:defRPr sz="1100">
                <a:latin typeface="Josefin Slab"/>
                <a:ea typeface="Josefin Slab"/>
                <a:cs typeface="Josefin Slab"/>
                <a:sym typeface="Josefin Slab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Josefin Slab"/>
              <a:buNone/>
              <a:defRPr sz="1100">
                <a:latin typeface="Josefin Slab"/>
                <a:ea typeface="Josefin Slab"/>
                <a:cs typeface="Josefin Slab"/>
                <a:sym typeface="Josefin Slab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Josefin Slab"/>
              <a:buNone/>
              <a:defRPr sz="1100">
                <a:latin typeface="Josefin Slab"/>
                <a:ea typeface="Josefin Slab"/>
                <a:cs typeface="Josefin Slab"/>
                <a:sym typeface="Josefin Slab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Josefin Slab"/>
              <a:buNone/>
              <a:defRPr sz="1100">
                <a:latin typeface="Josefin Slab"/>
                <a:ea typeface="Josefin Slab"/>
                <a:cs typeface="Josefin Slab"/>
                <a:sym typeface="Josefin Slab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Josefin Slab"/>
              <a:buNone/>
              <a:defRPr sz="1100">
                <a:latin typeface="Josefin Slab"/>
                <a:ea typeface="Josefin Slab"/>
                <a:cs typeface="Josefin Slab"/>
                <a:sym typeface="Josefin Slab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Josefin Slab"/>
              <a:buNone/>
              <a:defRPr sz="1100">
                <a:latin typeface="Josefin Slab"/>
                <a:ea typeface="Josefin Slab"/>
                <a:cs typeface="Josefin Slab"/>
                <a:sym typeface="Josefin Slab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Josefin Slab"/>
              <a:buNone/>
              <a:defRPr sz="1100">
                <a:latin typeface="Josefin Slab"/>
                <a:ea typeface="Josefin Slab"/>
                <a:cs typeface="Josefin Slab"/>
                <a:sym typeface="Josefin Slab"/>
              </a:defRPr>
            </a:lvl9pPr>
          </a:lstStyle>
          <a:p>
            <a:endParaRPr/>
          </a:p>
        </p:txBody>
      </p:sp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720100" y="5098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6"/>
          <p:cNvSpPr txBox="1">
            <a:spLocks noGrp="1"/>
          </p:cNvSpPr>
          <p:nvPr>
            <p:ph type="subTitle" idx="1"/>
          </p:nvPr>
        </p:nvSpPr>
        <p:spPr>
          <a:xfrm>
            <a:off x="969788" y="2630150"/>
            <a:ext cx="2213100" cy="10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3F3F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rgbClr val="F3F3F3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rgbClr val="F3F3F3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rgbClr val="F3F3F3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rgbClr val="F3F3F3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rgbClr val="F3F3F3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rgbClr val="F3F3F3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rgbClr val="F3F3F3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400">
                <a:solidFill>
                  <a:srgbClr val="F3F3F3"/>
                </a:solidFill>
              </a:defRPr>
            </a:lvl9pPr>
          </a:lstStyle>
          <a:p>
            <a:endParaRPr/>
          </a:p>
        </p:txBody>
      </p:sp>
      <p:sp>
        <p:nvSpPr>
          <p:cNvPr id="62" name="Google Shape;62;p16"/>
          <p:cNvSpPr txBox="1">
            <a:spLocks noGrp="1"/>
          </p:cNvSpPr>
          <p:nvPr>
            <p:ph type="subTitle" idx="2"/>
          </p:nvPr>
        </p:nvSpPr>
        <p:spPr>
          <a:xfrm>
            <a:off x="5961113" y="2630150"/>
            <a:ext cx="2213100" cy="10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3F3F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rgbClr val="F3F3F3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rgbClr val="F3F3F3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rgbClr val="F3F3F3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rgbClr val="F3F3F3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rgbClr val="F3F3F3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rgbClr val="F3F3F3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rgbClr val="F3F3F3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400">
                <a:solidFill>
                  <a:srgbClr val="F3F3F3"/>
                </a:solidFill>
              </a:defRPr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subTitle" idx="3"/>
          </p:nvPr>
        </p:nvSpPr>
        <p:spPr>
          <a:xfrm>
            <a:off x="3465013" y="2630150"/>
            <a:ext cx="2213100" cy="10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3F3F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rgbClr val="F3F3F3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rgbClr val="F3F3F3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rgbClr val="F3F3F3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rgbClr val="F3F3F3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rgbClr val="F3F3F3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rgbClr val="F3F3F3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rgbClr val="F3F3F3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400">
                <a:solidFill>
                  <a:srgbClr val="F3F3F3"/>
                </a:solidFill>
              </a:defRPr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title"/>
          </p:nvPr>
        </p:nvSpPr>
        <p:spPr>
          <a:xfrm>
            <a:off x="960113" y="3723950"/>
            <a:ext cx="15393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0">
                <a:solidFill>
                  <a:srgbClr val="F3F3F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65" name="Google Shape;65;p16"/>
          <p:cNvSpPr txBox="1">
            <a:spLocks noGrp="1"/>
          </p:cNvSpPr>
          <p:nvPr>
            <p:ph type="title" idx="4"/>
          </p:nvPr>
        </p:nvSpPr>
        <p:spPr>
          <a:xfrm>
            <a:off x="6628688" y="3723950"/>
            <a:ext cx="15393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0">
                <a:solidFill>
                  <a:srgbClr val="F3F3F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66" name="Google Shape;66;p16"/>
          <p:cNvSpPr txBox="1">
            <a:spLocks noGrp="1"/>
          </p:cNvSpPr>
          <p:nvPr>
            <p:ph type="title" idx="5"/>
          </p:nvPr>
        </p:nvSpPr>
        <p:spPr>
          <a:xfrm>
            <a:off x="3805336" y="3723950"/>
            <a:ext cx="15393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0">
                <a:solidFill>
                  <a:srgbClr val="F3F3F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title" idx="6"/>
          </p:nvPr>
        </p:nvSpPr>
        <p:spPr>
          <a:xfrm>
            <a:off x="720100" y="5098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LANK_1_1_1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/>
          <p:cNvSpPr txBox="1">
            <a:spLocks noGrp="1"/>
          </p:cNvSpPr>
          <p:nvPr>
            <p:ph type="ctrTitle"/>
          </p:nvPr>
        </p:nvSpPr>
        <p:spPr>
          <a:xfrm>
            <a:off x="2562175" y="725400"/>
            <a:ext cx="4020000" cy="146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5200"/>
              <a:buNone/>
              <a:defRPr sz="72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5200"/>
              <a:buNone/>
              <a:defRPr sz="5200">
                <a:solidFill>
                  <a:srgbClr val="F3F3F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5200"/>
              <a:buNone/>
              <a:defRPr sz="5200">
                <a:solidFill>
                  <a:srgbClr val="F3F3F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5200"/>
              <a:buNone/>
              <a:defRPr sz="5200">
                <a:solidFill>
                  <a:srgbClr val="F3F3F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5200"/>
              <a:buNone/>
              <a:defRPr sz="5200">
                <a:solidFill>
                  <a:srgbClr val="F3F3F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5200"/>
              <a:buNone/>
              <a:defRPr sz="5200">
                <a:solidFill>
                  <a:srgbClr val="F3F3F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5200"/>
              <a:buNone/>
              <a:defRPr sz="5200">
                <a:solidFill>
                  <a:srgbClr val="F3F3F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5200"/>
              <a:buNone/>
              <a:defRPr sz="5200">
                <a:solidFill>
                  <a:srgbClr val="F3F3F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5200"/>
              <a:buNone/>
              <a:defRPr sz="5200">
                <a:solidFill>
                  <a:srgbClr val="F3F3F3"/>
                </a:solidFill>
              </a:defRPr>
            </a:lvl9pPr>
          </a:lstStyle>
          <a:p>
            <a:endParaRPr/>
          </a:p>
        </p:txBody>
      </p:sp>
      <p:sp>
        <p:nvSpPr>
          <p:cNvPr id="90" name="Google Shape;90;p19"/>
          <p:cNvSpPr txBox="1">
            <a:spLocks noGrp="1"/>
          </p:cNvSpPr>
          <p:nvPr>
            <p:ph type="subTitle" idx="1"/>
          </p:nvPr>
        </p:nvSpPr>
        <p:spPr>
          <a:xfrm>
            <a:off x="2561975" y="2225200"/>
            <a:ext cx="40200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None/>
              <a:defRPr sz="1400">
                <a:solidFill>
                  <a:srgbClr val="F3F3F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None/>
              <a:defRPr sz="2800">
                <a:solidFill>
                  <a:srgbClr val="F3F3F3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None/>
              <a:defRPr sz="2800">
                <a:solidFill>
                  <a:srgbClr val="F3F3F3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None/>
              <a:defRPr sz="2800">
                <a:solidFill>
                  <a:srgbClr val="F3F3F3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None/>
              <a:defRPr sz="2800">
                <a:solidFill>
                  <a:srgbClr val="F3F3F3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None/>
              <a:defRPr sz="2800">
                <a:solidFill>
                  <a:srgbClr val="F3F3F3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None/>
              <a:defRPr sz="2800">
                <a:solidFill>
                  <a:srgbClr val="F3F3F3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None/>
              <a:defRPr sz="2800">
                <a:solidFill>
                  <a:srgbClr val="F3F3F3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None/>
              <a:defRPr sz="2800">
                <a:solidFill>
                  <a:srgbClr val="F3F3F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BLANK_1_1_1_1_1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C343D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Rajdhani"/>
              <a:buNone/>
              <a:defRPr sz="2800" b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Rajdhani"/>
              <a:buNone/>
              <a:defRPr sz="2800" b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Rajdhani"/>
              <a:buNone/>
              <a:defRPr sz="2800" b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Rajdhani"/>
              <a:buNone/>
              <a:defRPr sz="2800" b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Rajdhani"/>
              <a:buNone/>
              <a:defRPr sz="2800" b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Rajdhani"/>
              <a:buNone/>
              <a:defRPr sz="2800" b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Rajdhani"/>
              <a:buNone/>
              <a:defRPr sz="2800" b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Rajdhani"/>
              <a:buNone/>
              <a:defRPr sz="2800" b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Rajdhani"/>
              <a:buNone/>
              <a:defRPr sz="2800" b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1pPr>
            <a:lvl2pPr marL="914400" lvl="1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2pPr>
            <a:lvl3pPr marL="1371600" lvl="2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3pPr>
            <a:lvl4pPr marL="1828800" lvl="3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4pPr>
            <a:lvl5pPr marL="2286000" lvl="4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5pPr>
            <a:lvl6pPr marL="2743200" lvl="5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6pPr>
            <a:lvl7pPr marL="3200400" lvl="6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7pPr>
            <a:lvl8pPr marL="3657600" lvl="7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8pPr>
            <a:lvl9pPr marL="4114800" lvl="8" indent="-30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2" r:id="rId4"/>
    <p:sldLayoutId id="2147483653" r:id="rId5"/>
    <p:sldLayoutId id="2147483654" r:id="rId6"/>
    <p:sldLayoutId id="2147483656" r:id="rId7"/>
    <p:sldLayoutId id="2147483657" r:id="rId8"/>
    <p:sldLayoutId id="2147483659" r:id="rId9"/>
    <p:sldLayoutId id="2147483660" r:id="rId10"/>
    <p:sldLayoutId id="2147483661" r:id="rId11"/>
    <p:sldLayoutId id="2147483662" r:id="rId12"/>
    <p:sldLayoutId id="2147483665" r:id="rId13"/>
    <p:sldLayoutId id="2147483666" r:id="rId14"/>
    <p:sldLayoutId id="2147483667" r:id="rId15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790929A-0EF8-9CE2-D8C5-0E8A5647120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9634" t="11905" r="23762" b="27619"/>
          <a:stretch/>
        </p:blipFill>
        <p:spPr>
          <a:xfrm>
            <a:off x="2107870" y="262259"/>
            <a:ext cx="5207330" cy="5034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3155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24"/>
          <p:cNvPicPr preferRelativeResize="0"/>
          <p:nvPr/>
        </p:nvPicPr>
        <p:blipFill rotWithShape="1">
          <a:blip r:embed="rId4">
            <a:alphaModFix/>
          </a:blip>
          <a:srcRect l="6664" t="4858" r="6220" b="5495"/>
          <a:stretch/>
        </p:blipFill>
        <p:spPr>
          <a:xfrm>
            <a:off x="5189050" y="204169"/>
            <a:ext cx="4197350" cy="431953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L-Shape 2">
            <a:extLst>
              <a:ext uri="{FF2B5EF4-FFF2-40B4-BE49-F238E27FC236}">
                <a16:creationId xmlns:a16="http://schemas.microsoft.com/office/drawing/2014/main" id="{8EC88E92-8622-B282-B9B9-B3AB36C2671F}"/>
              </a:ext>
            </a:extLst>
          </p:cNvPr>
          <p:cNvSpPr/>
          <p:nvPr/>
        </p:nvSpPr>
        <p:spPr>
          <a:xfrm rot="5400000">
            <a:off x="398882" y="770705"/>
            <a:ext cx="360000" cy="360000"/>
          </a:xfrm>
          <a:prstGeom prst="corner">
            <a:avLst>
              <a:gd name="adj1" fmla="val 20598"/>
              <a:gd name="adj2" fmla="val 22179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L-Shape 6">
            <a:extLst>
              <a:ext uri="{FF2B5EF4-FFF2-40B4-BE49-F238E27FC236}">
                <a16:creationId xmlns:a16="http://schemas.microsoft.com/office/drawing/2014/main" id="{ED65C259-1AD2-A896-0EFE-F3612D424141}"/>
              </a:ext>
            </a:extLst>
          </p:cNvPr>
          <p:cNvSpPr/>
          <p:nvPr/>
        </p:nvSpPr>
        <p:spPr>
          <a:xfrm rot="16200000">
            <a:off x="4392000" y="4095497"/>
            <a:ext cx="360000" cy="360000"/>
          </a:xfrm>
          <a:prstGeom prst="corner">
            <a:avLst>
              <a:gd name="adj1" fmla="val 20598"/>
              <a:gd name="adj2" fmla="val 22179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B89015A-21C2-9BFE-2003-583759352151}"/>
              </a:ext>
            </a:extLst>
          </p:cNvPr>
          <p:cNvSpPr txBox="1"/>
          <p:nvPr/>
        </p:nvSpPr>
        <p:spPr>
          <a:xfrm>
            <a:off x="252692" y="2772641"/>
            <a:ext cx="4572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a-IR" sz="2000" dirty="0">
                <a:solidFill>
                  <a:schemeClr val="tx2"/>
                </a:solidFill>
                <a:cs typeface="B Nazanin" pitchFamily="2" charset="-78"/>
              </a:rPr>
              <a:t>نام ارائه دهنده: فاطمه جعفری،فاطمه قنبری</a:t>
            </a:r>
          </a:p>
          <a:p>
            <a:pPr algn="ctr"/>
            <a:endParaRPr lang="fa-IR" sz="2000" dirty="0">
              <a:solidFill>
                <a:schemeClr val="tx2"/>
              </a:solidFill>
              <a:cs typeface="B Nazanin" pitchFamily="2" charset="-78"/>
            </a:endParaRPr>
          </a:p>
          <a:p>
            <a:pPr algn="ctr"/>
            <a:r>
              <a:rPr lang="fa-IR" sz="2000" dirty="0">
                <a:solidFill>
                  <a:schemeClr val="tx2"/>
                </a:solidFill>
                <a:cs typeface="B Nazanin" pitchFamily="2" charset="-78"/>
              </a:rPr>
              <a:t>نام استاد :سمیه علی اکبری</a:t>
            </a:r>
          </a:p>
          <a:p>
            <a:pPr algn="ctr"/>
            <a:endParaRPr lang="fa-IR" sz="2000" dirty="0">
              <a:solidFill>
                <a:schemeClr val="tx2"/>
              </a:solidFill>
              <a:cs typeface="B Nazanin" pitchFamily="2" charset="-78"/>
            </a:endParaRPr>
          </a:p>
          <a:p>
            <a:pPr algn="ctr"/>
            <a:r>
              <a:rPr lang="fa-IR" sz="2000" dirty="0">
                <a:solidFill>
                  <a:schemeClr val="tx2"/>
                </a:solidFill>
                <a:cs typeface="B Nazanin" pitchFamily="2" charset="-78"/>
              </a:rPr>
              <a:t> تاریخ ارائه :1405/07/26 </a:t>
            </a:r>
          </a:p>
          <a:p>
            <a:pPr algn="ctr"/>
            <a:endParaRPr lang="en-US" sz="2000" dirty="0">
              <a:solidFill>
                <a:schemeClr val="tx2"/>
              </a:solidFill>
              <a:cs typeface="B Nazanin" pitchFamily="2" charset="-78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4CB8647-7DBE-D109-043A-1E9FEC5D98B0}"/>
              </a:ext>
            </a:extLst>
          </p:cNvPr>
          <p:cNvSpPr txBox="1"/>
          <p:nvPr/>
        </p:nvSpPr>
        <p:spPr>
          <a:xfrm>
            <a:off x="398882" y="1561008"/>
            <a:ext cx="4693226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lang="fa-IR" sz="32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موضوع : </a:t>
            </a:r>
            <a:r>
              <a:rPr lang="en-US" sz="32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Merge Conflict</a:t>
            </a:r>
            <a:endParaRPr lang="fa-IR" sz="3200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algn="r" rtl="1"/>
            <a:endParaRPr lang="en-US" sz="2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EFDF1B78-E76B-98E6-D11E-80E5608AEA8A}"/>
              </a:ext>
            </a:extLst>
          </p:cNvPr>
          <p:cNvSpPr txBox="1"/>
          <p:nvPr/>
        </p:nvSpPr>
        <p:spPr>
          <a:xfrm>
            <a:off x="4350327" y="144094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a-IR" sz="2000" b="1" dirty="0">
                <a:solidFill>
                  <a:schemeClr val="tx2"/>
                </a:solidFill>
                <a:cs typeface="B Nazanin" pitchFamily="2" charset="-78"/>
              </a:rPr>
              <a:t> چیست؟</a:t>
            </a:r>
            <a:r>
              <a:rPr lang="en-US" sz="2000" b="1" dirty="0">
                <a:solidFill>
                  <a:schemeClr val="tx2"/>
                </a:solidFill>
                <a:cs typeface="B Nazanin" pitchFamily="2" charset="-78"/>
              </a:rPr>
              <a:t>Git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B2222D1-48FE-90DF-67C8-15537C26DD74}"/>
              </a:ext>
            </a:extLst>
          </p:cNvPr>
          <p:cNvSpPr txBox="1"/>
          <p:nvPr/>
        </p:nvSpPr>
        <p:spPr>
          <a:xfrm>
            <a:off x="3151908" y="713482"/>
            <a:ext cx="5902035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a-IR" sz="2000" dirty="0">
                <a:solidFill>
                  <a:schemeClr val="tx2"/>
                </a:solidFill>
                <a:cs typeface="B Nazanin" pitchFamily="2" charset="-78"/>
              </a:rPr>
              <a:t>گیت یک سیستم کنترل نسخه است که برای ثبت، مدیریت و پیگیری تغییرات فایل‌ها و کدهای برنامه‌نویسی استفاده می‌شود. این ابزار به برنامه‌نویسان کمک می‌کند تاریخچه تغییرات پروژه را مشاهده کنند، نسخه‌های قبلی را بررسی کنند و بدون ایجاد تغییر مستقیم در نسخه اصلی، قابلیت‌های جدیدی به پروژه اضافه کنند.</a:t>
            </a:r>
            <a:endParaRPr lang="en-US" sz="2000" dirty="0">
              <a:solidFill>
                <a:schemeClr val="tx2"/>
              </a:solidFill>
              <a:cs typeface="B Nazanin" pitchFamily="2" charset="-78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90C6E87-5A41-6B3F-FBD6-B650E6EAE3AF}"/>
              </a:ext>
            </a:extLst>
          </p:cNvPr>
          <p:cNvSpPr txBox="1"/>
          <p:nvPr/>
        </p:nvSpPr>
        <p:spPr>
          <a:xfrm>
            <a:off x="4447308" y="2629392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fa-IR" sz="2400" b="1" dirty="0">
                <a:solidFill>
                  <a:schemeClr val="tx2"/>
                </a:solidFill>
                <a:cs typeface="B Nazanin" pitchFamily="2" charset="-78"/>
              </a:rPr>
              <a:t>مهم ترین کاربرد های </a:t>
            </a:r>
            <a:r>
              <a:rPr lang="en-US" sz="2400" b="1" dirty="0">
                <a:solidFill>
                  <a:schemeClr val="tx2"/>
                </a:solidFill>
                <a:cs typeface="B Nazanin" pitchFamily="2" charset="-78"/>
              </a:rPr>
              <a:t> :git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C47B67B-9542-A6DA-D46D-7D940D43729A}"/>
              </a:ext>
            </a:extLst>
          </p:cNvPr>
          <p:cNvSpPr txBox="1"/>
          <p:nvPr/>
        </p:nvSpPr>
        <p:spPr>
          <a:xfrm>
            <a:off x="4177145" y="3267262"/>
            <a:ext cx="4745182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r" rtl="1">
              <a:buFont typeface="Courier New" pitchFamily="49" charset="0"/>
              <a:buChar char="o"/>
            </a:pPr>
            <a:r>
              <a:rPr lang="fa-IR" sz="2000" dirty="0">
                <a:solidFill>
                  <a:schemeClr val="tx2"/>
                </a:solidFill>
                <a:cs typeface="B Nazanin" pitchFamily="2" charset="-78"/>
              </a:rPr>
              <a:t>ثبت تغییرات پروژه</a:t>
            </a:r>
            <a:endParaRPr lang="en-US" sz="2000" dirty="0">
              <a:solidFill>
                <a:schemeClr val="tx2"/>
              </a:solidFill>
              <a:cs typeface="B Nazanin" pitchFamily="2" charset="-78"/>
            </a:endParaRPr>
          </a:p>
          <a:p>
            <a:pPr marL="285750" indent="-285750" algn="r" rtl="1">
              <a:buFont typeface="Courier New" pitchFamily="49" charset="0"/>
              <a:buChar char="o"/>
            </a:pPr>
            <a:r>
              <a:rPr lang="fa-IR" sz="2000" dirty="0">
                <a:solidFill>
                  <a:schemeClr val="tx2"/>
                </a:solidFill>
                <a:cs typeface="B Nazanin" pitchFamily="2" charset="-78"/>
              </a:rPr>
              <a:t> مشاهده تاریخچه تغییرات</a:t>
            </a:r>
            <a:endParaRPr lang="en-US" sz="2000" dirty="0">
              <a:solidFill>
                <a:schemeClr val="tx2"/>
              </a:solidFill>
              <a:cs typeface="B Nazanin" pitchFamily="2" charset="-78"/>
            </a:endParaRPr>
          </a:p>
          <a:p>
            <a:pPr marL="285750" indent="-285750" algn="r" rtl="1">
              <a:buFont typeface="Courier New" pitchFamily="49" charset="0"/>
              <a:buChar char="o"/>
            </a:pPr>
            <a:r>
              <a:rPr lang="fa-IR" sz="2000" dirty="0">
                <a:solidFill>
                  <a:schemeClr val="tx2"/>
                </a:solidFill>
                <a:cs typeface="B Nazanin" pitchFamily="2" charset="-78"/>
              </a:rPr>
              <a:t> بازگشت به نسخه‌های قبلی</a:t>
            </a:r>
            <a:endParaRPr lang="en-US" sz="2000" dirty="0">
              <a:solidFill>
                <a:schemeClr val="tx2"/>
              </a:solidFill>
              <a:cs typeface="B Nazanin" pitchFamily="2" charset="-78"/>
            </a:endParaRPr>
          </a:p>
          <a:p>
            <a:pPr marL="285750" indent="-285750" algn="r" rtl="1">
              <a:buFont typeface="Courier New" pitchFamily="49" charset="0"/>
              <a:buChar char="o"/>
            </a:pPr>
            <a:r>
              <a:rPr lang="fa-IR" sz="2000" dirty="0">
                <a:solidFill>
                  <a:schemeClr val="tx2"/>
                </a:solidFill>
                <a:cs typeface="B Nazanin" pitchFamily="2" charset="-78"/>
              </a:rPr>
              <a:t> ایجاد شاخه‌های جداگانه برای توسعه </a:t>
            </a:r>
            <a:endParaRPr lang="en-US" sz="2000" dirty="0">
              <a:solidFill>
                <a:schemeClr val="tx2"/>
              </a:solidFill>
              <a:cs typeface="B Nazanin" pitchFamily="2" charset="-78"/>
            </a:endParaRPr>
          </a:p>
          <a:p>
            <a:pPr marL="285750" indent="-285750" algn="r" rtl="1">
              <a:buFont typeface="Courier New" pitchFamily="49" charset="0"/>
              <a:buChar char="o"/>
            </a:pPr>
            <a:r>
              <a:rPr lang="fa-IR" sz="2000" dirty="0">
                <a:solidFill>
                  <a:schemeClr val="tx2"/>
                </a:solidFill>
                <a:cs typeface="B Nazanin" pitchFamily="2" charset="-78"/>
              </a:rPr>
              <a:t>ادغام تغییرات بخش‌های مختلف پروژه</a:t>
            </a:r>
            <a:endParaRPr lang="en-US" sz="2000" dirty="0">
              <a:solidFill>
                <a:schemeClr val="tx2"/>
              </a:solidFill>
              <a:cs typeface="B Nazanin" pitchFamily="2" charset="-78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7">
            <a:extLst>
              <a:ext uri="{FF2B5EF4-FFF2-40B4-BE49-F238E27FC236}">
                <a16:creationId xmlns:a16="http://schemas.microsoft.com/office/drawing/2014/main" id="{6DF0D709-367E-1700-D077-5FEBC28288C4}"/>
              </a:ext>
            </a:extLst>
          </p:cNvPr>
          <p:cNvSpPr txBox="1"/>
          <p:nvPr/>
        </p:nvSpPr>
        <p:spPr>
          <a:xfrm>
            <a:off x="4350327" y="407615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en-US" sz="1800" b="1" dirty="0">
                <a:solidFill>
                  <a:schemeClr val="tx2"/>
                </a:solidFill>
              </a:rPr>
              <a:t>GIT HUB</a:t>
            </a:r>
            <a:r>
              <a:rPr lang="fa-IR" sz="1800" b="1" dirty="0">
                <a:solidFill>
                  <a:schemeClr val="tx2"/>
                </a:solidFill>
              </a:rPr>
              <a:t> چیست؟</a:t>
            </a:r>
            <a:endParaRPr lang="en-US" sz="1800" b="1" dirty="0">
              <a:solidFill>
                <a:schemeClr val="tx2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E1243D7-70B6-FEE1-399D-AD11AF372C42}"/>
              </a:ext>
            </a:extLst>
          </p:cNvPr>
          <p:cNvSpPr txBox="1"/>
          <p:nvPr/>
        </p:nvSpPr>
        <p:spPr>
          <a:xfrm>
            <a:off x="4475018" y="849137"/>
            <a:ext cx="45720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a-IR" sz="2000" dirty="0">
                <a:solidFill>
                  <a:schemeClr val="tx2"/>
                </a:solidFill>
                <a:cs typeface="B Nazanin" pitchFamily="2" charset="-78"/>
              </a:rPr>
              <a:t>گیت‌هاب یک پلتفرم آنلاین برای نگهداری و مدیریت پروژه‌هایی است که با گیت کنترل نسخه می‌شوند. این پلتفرم به برنامه‌نویسان اجازه می‌دهد پروژه‌های خود را به اشتراک بگذارند و به‌صورت گروهی روی آن‌ها کار کنند.</a:t>
            </a:r>
            <a:endParaRPr lang="en-US" sz="2000" dirty="0">
              <a:solidFill>
                <a:schemeClr val="tx2"/>
              </a:solidFill>
              <a:cs typeface="B Nazanin" pitchFamily="2" charset="-78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D55DFB00-0F06-BAC9-1920-12CAC8BE0C98}"/>
              </a:ext>
            </a:extLst>
          </p:cNvPr>
          <p:cNvSpPr txBox="1"/>
          <p:nvPr/>
        </p:nvSpPr>
        <p:spPr>
          <a:xfrm>
            <a:off x="1330038" y="2552544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fa-IR" sz="2400" b="1" dirty="0">
                <a:solidFill>
                  <a:schemeClr val="tx2"/>
                </a:solidFill>
              </a:rPr>
              <a:t>مهم ترین کاربرد های </a:t>
            </a:r>
            <a:r>
              <a:rPr lang="en-US" sz="2400" b="1" dirty="0">
                <a:solidFill>
                  <a:schemeClr val="tx2"/>
                </a:solidFill>
              </a:rPr>
              <a:t> :git hub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A5A92D0D-8778-4F58-10C3-B4E0E8A000E5}"/>
              </a:ext>
            </a:extLst>
          </p:cNvPr>
          <p:cNvSpPr txBox="1"/>
          <p:nvPr/>
        </p:nvSpPr>
        <p:spPr>
          <a:xfrm>
            <a:off x="166255" y="3258557"/>
            <a:ext cx="4634344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r" rtl="1">
              <a:buFont typeface="Courier New" pitchFamily="49" charset="0"/>
              <a:buChar char="o"/>
            </a:pPr>
            <a:r>
              <a:rPr lang="fa-IR" sz="2000" dirty="0">
                <a:solidFill>
                  <a:schemeClr val="tx2"/>
                </a:solidFill>
              </a:rPr>
              <a:t>ذخیره آنلاین پروژه‌ها</a:t>
            </a:r>
            <a:endParaRPr lang="en-US" sz="2000" dirty="0">
              <a:solidFill>
                <a:schemeClr val="tx2"/>
              </a:solidFill>
            </a:endParaRPr>
          </a:p>
          <a:p>
            <a:pPr marL="285750" indent="-285750" algn="r" rtl="1">
              <a:buFont typeface="Courier New" pitchFamily="49" charset="0"/>
              <a:buChar char="o"/>
            </a:pPr>
            <a:r>
              <a:rPr lang="fa-IR" sz="2000" dirty="0">
                <a:solidFill>
                  <a:schemeClr val="tx2"/>
                </a:solidFill>
              </a:rPr>
              <a:t> همکاری گروهی برنامه‌نویسان </a:t>
            </a:r>
            <a:endParaRPr lang="en-US" sz="2000" dirty="0">
              <a:solidFill>
                <a:schemeClr val="tx2"/>
              </a:solidFill>
            </a:endParaRPr>
          </a:p>
          <a:p>
            <a:pPr marL="285750" indent="-285750" algn="r" rtl="1">
              <a:buFont typeface="Courier New" pitchFamily="49" charset="0"/>
              <a:buChar char="o"/>
            </a:pPr>
            <a:r>
              <a:rPr lang="fa-IR" sz="2000" dirty="0">
                <a:solidFill>
                  <a:schemeClr val="tx2"/>
                </a:solidFill>
              </a:rPr>
              <a:t>بررسی کدهای نوشته‌شده </a:t>
            </a:r>
            <a:endParaRPr lang="en-US" sz="2000" dirty="0">
              <a:solidFill>
                <a:schemeClr val="tx2"/>
              </a:solidFill>
            </a:endParaRPr>
          </a:p>
          <a:p>
            <a:pPr marL="285750" indent="-285750" algn="r" rtl="1">
              <a:buFont typeface="Courier New" pitchFamily="49" charset="0"/>
              <a:buChar char="o"/>
            </a:pPr>
            <a:r>
              <a:rPr lang="fa-IR" sz="2000" dirty="0">
                <a:solidFill>
                  <a:schemeClr val="tx2"/>
                </a:solidFill>
              </a:rPr>
              <a:t>مدیریت مشکلات و وظایف پروژه</a:t>
            </a:r>
            <a:endParaRPr lang="en-US" sz="2000" dirty="0">
              <a:solidFill>
                <a:schemeClr val="tx2"/>
              </a:solidFill>
            </a:endParaRPr>
          </a:p>
          <a:p>
            <a:pPr marL="285750" indent="-285750" algn="r" rtl="1">
              <a:buFont typeface="Courier New" pitchFamily="49" charset="0"/>
              <a:buChar char="o"/>
            </a:pPr>
            <a:r>
              <a:rPr lang="fa-IR" sz="2000" dirty="0">
                <a:solidFill>
                  <a:schemeClr val="tx2"/>
                </a:solidFill>
              </a:rPr>
              <a:t> بررسی و ادغام تغییرات برنامه‌نویسان</a:t>
            </a:r>
            <a:endParaRPr lang="en-US" sz="2000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2F458861-966D-640C-6A6A-AA6D3ED8D2E3}"/>
              </a:ext>
            </a:extLst>
          </p:cNvPr>
          <p:cNvSpPr txBox="1"/>
          <p:nvPr/>
        </p:nvSpPr>
        <p:spPr>
          <a:xfrm>
            <a:off x="2334491" y="733198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lang="fa-IR" sz="2400" b="1" dirty="0">
                <a:solidFill>
                  <a:schemeClr val="tx2"/>
                </a:solidFill>
              </a:rPr>
              <a:t>تفاوت</a:t>
            </a:r>
            <a:r>
              <a:rPr lang="en-US" sz="2400" b="1" dirty="0">
                <a:solidFill>
                  <a:schemeClr val="tx2"/>
                </a:solidFill>
              </a:rPr>
              <a:t> git </a:t>
            </a:r>
            <a:r>
              <a:rPr lang="fa-IR" sz="2400" b="1" dirty="0">
                <a:solidFill>
                  <a:schemeClr val="tx2"/>
                </a:solidFill>
              </a:rPr>
              <a:t>و </a:t>
            </a:r>
            <a:r>
              <a:rPr lang="en-US" sz="2400" b="1" dirty="0" err="1">
                <a:solidFill>
                  <a:schemeClr val="tx2"/>
                </a:solidFill>
              </a:rPr>
              <a:t>github</a:t>
            </a:r>
            <a:r>
              <a:rPr lang="fa-IR" sz="2400" b="1" dirty="0">
                <a:solidFill>
                  <a:schemeClr val="tx2"/>
                </a:solidFill>
              </a:rPr>
              <a:t>: </a:t>
            </a:r>
            <a:endParaRPr lang="en-US" sz="2400" b="1" dirty="0">
              <a:solidFill>
                <a:schemeClr val="tx2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9F5A635-44EB-E4BD-0098-5314185B4208}"/>
              </a:ext>
            </a:extLst>
          </p:cNvPr>
          <p:cNvSpPr txBox="1"/>
          <p:nvPr/>
        </p:nvSpPr>
        <p:spPr>
          <a:xfrm>
            <a:off x="1177637" y="1770324"/>
            <a:ext cx="643543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a-IR" sz="2400" dirty="0">
                <a:solidFill>
                  <a:schemeClr val="tx2"/>
                </a:solidFill>
                <a:cs typeface="B Nazanin" pitchFamily="2" charset="-78"/>
              </a:rPr>
              <a:t>گیت ابزاری برای مدیریت نسخه‌ها و ثبت تغییرات پروژه است، درحالی‌که گیت‌هاب بستری آنلاین برای میزبانی پروژه‌ها و همکاری میان برنامه‌نویسان فراهم می‌کند. برای مثال، برنامه‌نویس می‌تواند تغییرات پروژه را با گیت روی کامپیوتر خود ثبت کند و سپس با استفاده از گیت‌هاب آن را با سایر اعضای تیم به اشتراک بگذارد.</a:t>
            </a:r>
            <a:endParaRPr lang="en-US" sz="2400" dirty="0">
              <a:solidFill>
                <a:schemeClr val="tx2"/>
              </a:solidFill>
              <a:cs typeface="B Nazanin" pitchFamily="2" charset="-78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166E91E2-C301-2BCE-2EC7-A16E9F888ED9}"/>
              </a:ext>
            </a:extLst>
          </p:cNvPr>
          <p:cNvSpPr txBox="1"/>
          <p:nvPr/>
        </p:nvSpPr>
        <p:spPr>
          <a:xfrm>
            <a:off x="3117274" y="1010353"/>
            <a:ext cx="563276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a-IR" sz="2000" dirty="0">
                <a:solidFill>
                  <a:schemeClr val="tx2"/>
                </a:solidFill>
                <a:cs typeface="B Nazanin" pitchFamily="2" charset="-78"/>
              </a:rPr>
              <a:t>مرج به معنای ادغام تغییرات دو شاخه از یک پروژه است .</a:t>
            </a:r>
          </a:p>
          <a:p>
            <a:pPr algn="r"/>
            <a:r>
              <a:rPr lang="fa-IR" sz="2000" dirty="0">
                <a:solidFill>
                  <a:schemeClr val="tx2"/>
                </a:solidFill>
                <a:cs typeface="B Nazanin" pitchFamily="2" charset="-78"/>
              </a:rPr>
              <a:t>این قابلیت در گیت به برنامه نویسان کمک می کند تغییراتی را که به صورت جداگانه روی بخش های مختلف پروژه ایجاد کرده اند،با یکدیگر ترکیب کنند.</a:t>
            </a:r>
            <a:endParaRPr lang="en-US" sz="2000" dirty="0">
              <a:solidFill>
                <a:schemeClr val="tx2"/>
              </a:solidFill>
              <a:cs typeface="B Nazanin" pitchFamily="2" charset="-78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82D9310-BC5E-0053-0301-3545D432D0D8}"/>
              </a:ext>
            </a:extLst>
          </p:cNvPr>
          <p:cNvSpPr txBox="1"/>
          <p:nvPr/>
        </p:nvSpPr>
        <p:spPr>
          <a:xfrm>
            <a:off x="6912905" y="2571750"/>
            <a:ext cx="17350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a-IR" sz="2400" b="1" dirty="0">
                <a:solidFill>
                  <a:schemeClr val="tx2"/>
                </a:solidFill>
                <a:cs typeface="B Nazanin" pitchFamily="2" charset="-78"/>
              </a:rPr>
              <a:t>برای مثال :</a:t>
            </a:r>
            <a:endParaRPr lang="en-US" sz="2400" b="1" dirty="0">
              <a:solidFill>
                <a:schemeClr val="tx2"/>
              </a:solidFill>
              <a:cs typeface="B Nazanin" pitchFamily="2" charset="-78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7E1D843-5C7C-43D9-DCB2-FE2C097CF02E}"/>
              </a:ext>
            </a:extLst>
          </p:cNvPr>
          <p:cNvSpPr txBox="1"/>
          <p:nvPr/>
        </p:nvSpPr>
        <p:spPr>
          <a:xfrm>
            <a:off x="798578" y="3366819"/>
            <a:ext cx="795146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a-IR" sz="2000" dirty="0">
                <a:solidFill>
                  <a:schemeClr val="tx2"/>
                </a:solidFill>
                <a:cs typeface="B Nazanin" pitchFamily="2" charset="-78"/>
              </a:rPr>
              <a:t>فرض کنید دو برنامه نویس روی یک وب سایت کار می کنند . </a:t>
            </a:r>
          </a:p>
          <a:p>
            <a:pPr algn="r"/>
            <a:r>
              <a:rPr lang="fa-IR" sz="2000" dirty="0">
                <a:solidFill>
                  <a:schemeClr val="tx2"/>
                </a:solidFill>
                <a:cs typeface="B Nazanin" pitchFamily="2" charset="-78"/>
              </a:rPr>
              <a:t>یک نفر صفحه ورود کاربران را طراحی می کند و نفر دیگر صفحه ثبت نام را توسعه می هد.</a:t>
            </a:r>
          </a:p>
          <a:p>
            <a:pPr algn="r"/>
            <a:r>
              <a:rPr lang="fa-IR" sz="2000" dirty="0">
                <a:solidFill>
                  <a:schemeClr val="tx2"/>
                </a:solidFill>
                <a:cs typeface="B Nazanin" pitchFamily="2" charset="-78"/>
              </a:rPr>
              <a:t>با استفاده از مرج می توان تغییرات هر دو بخش را در پروژه اصلی ترکیب کرد.</a:t>
            </a:r>
            <a:endParaRPr lang="en-US" sz="2000" dirty="0">
              <a:solidFill>
                <a:schemeClr val="tx2"/>
              </a:solidFill>
              <a:cs typeface="B Nazanin" pitchFamily="2" charset="-78"/>
            </a:endParaRP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B00632A4-EFFA-373C-E4B9-D73844F920A2}"/>
              </a:ext>
            </a:extLst>
          </p:cNvPr>
          <p:cNvSpPr txBox="1"/>
          <p:nvPr/>
        </p:nvSpPr>
        <p:spPr>
          <a:xfrm>
            <a:off x="2992069" y="441850"/>
            <a:ext cx="587573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en-US" sz="2400" b="1" dirty="0">
                <a:solidFill>
                  <a:schemeClr val="tx2"/>
                </a:solidFill>
                <a:cs typeface="B Nazanin" pitchFamily="2" charset="-78"/>
              </a:rPr>
              <a:t>Merge</a:t>
            </a:r>
            <a:r>
              <a:rPr lang="fa-IR" sz="2400" b="1" dirty="0">
                <a:solidFill>
                  <a:schemeClr val="tx2"/>
                </a:solidFill>
                <a:cs typeface="B Nazanin" pitchFamily="2" charset="-78"/>
              </a:rPr>
              <a:t> چیست؟</a:t>
            </a:r>
            <a:r>
              <a:rPr lang="en-US" sz="2400" b="1" dirty="0">
                <a:solidFill>
                  <a:schemeClr val="tx2"/>
                </a:solidFill>
                <a:cs typeface="B Nazanin" pitchFamily="2" charset="-78"/>
              </a:rPr>
              <a:t> 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1794;p47">
            <a:extLst>
              <a:ext uri="{FF2B5EF4-FFF2-40B4-BE49-F238E27FC236}">
                <a16:creationId xmlns:a16="http://schemas.microsoft.com/office/drawing/2014/main" id="{7E433F13-7C83-EADC-E881-94866CAACBC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25302" r="25297"/>
          <a:stretch/>
        </p:blipFill>
        <p:spPr>
          <a:xfrm flipH="1">
            <a:off x="219736" y="971850"/>
            <a:ext cx="2844000" cy="3240024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4FA9A90-FEEB-0666-1A18-D0A8003D34EC}"/>
              </a:ext>
            </a:extLst>
          </p:cNvPr>
          <p:cNvSpPr txBox="1"/>
          <p:nvPr/>
        </p:nvSpPr>
        <p:spPr>
          <a:xfrm>
            <a:off x="4052454" y="619209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fa-IR" sz="2400" b="1" dirty="0">
                <a:solidFill>
                  <a:schemeClr val="tx2"/>
                </a:solidFill>
                <a:cs typeface="B Nazanin" pitchFamily="2" charset="-78"/>
              </a:rPr>
              <a:t>هدف از </a:t>
            </a:r>
            <a:r>
              <a:rPr lang="en-US" sz="2400" b="1" dirty="0">
                <a:solidFill>
                  <a:schemeClr val="tx2"/>
                </a:solidFill>
                <a:cs typeface="B Nazanin" pitchFamily="2" charset="-78"/>
              </a:rPr>
              <a:t>:merge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A801F1D-75BA-C4C7-00AE-2D1D35F89452}"/>
              </a:ext>
            </a:extLst>
          </p:cNvPr>
          <p:cNvSpPr txBox="1"/>
          <p:nvPr/>
        </p:nvSpPr>
        <p:spPr>
          <a:xfrm>
            <a:off x="2784764" y="1651563"/>
            <a:ext cx="565265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r" rtl="1">
              <a:buClr>
                <a:schemeClr val="tx1"/>
              </a:buClr>
              <a:buFont typeface="Wingdings" panose="05000000000000000000" pitchFamily="2" charset="2"/>
              <a:buChar char="v"/>
            </a:pPr>
            <a:r>
              <a:rPr lang="fa-IR" sz="2000" dirty="0">
                <a:solidFill>
                  <a:schemeClr val="tx2"/>
                </a:solidFill>
                <a:cs typeface="B Nazanin" pitchFamily="2" charset="-78"/>
              </a:rPr>
              <a:t>ترکیب تغییرات</a:t>
            </a:r>
            <a:r>
              <a:rPr lang="en-US" sz="2000" dirty="0">
                <a:solidFill>
                  <a:schemeClr val="tx2"/>
                </a:solidFill>
                <a:cs typeface="B Nazanin" pitchFamily="2" charset="-78"/>
              </a:rPr>
              <a:t> </a:t>
            </a:r>
            <a:r>
              <a:rPr lang="fa-IR" sz="2000" dirty="0">
                <a:solidFill>
                  <a:schemeClr val="tx2"/>
                </a:solidFill>
                <a:cs typeface="B Nazanin" pitchFamily="2" charset="-78"/>
              </a:rPr>
              <a:t>شاخه های</a:t>
            </a:r>
            <a:r>
              <a:rPr lang="en-US" sz="2000" dirty="0">
                <a:solidFill>
                  <a:schemeClr val="tx2"/>
                </a:solidFill>
                <a:cs typeface="B Nazanin" pitchFamily="2" charset="-78"/>
              </a:rPr>
              <a:t> </a:t>
            </a:r>
            <a:r>
              <a:rPr lang="fa-IR" sz="2000" dirty="0">
                <a:solidFill>
                  <a:schemeClr val="tx2"/>
                </a:solidFill>
                <a:cs typeface="B Nazanin" pitchFamily="2" charset="-78"/>
              </a:rPr>
              <a:t> مختلف </a:t>
            </a:r>
          </a:p>
          <a:p>
            <a:pPr marL="342900" indent="-342900" algn="r" rtl="1">
              <a:buClr>
                <a:schemeClr val="tx1"/>
              </a:buClr>
              <a:buFont typeface="Wingdings" panose="05000000000000000000" pitchFamily="2" charset="2"/>
              <a:buChar char="v"/>
            </a:pPr>
            <a:endParaRPr lang="fa-IR" sz="2000" dirty="0">
              <a:solidFill>
                <a:schemeClr val="tx2"/>
              </a:solidFill>
              <a:cs typeface="B Nazanin" pitchFamily="2" charset="-78"/>
            </a:endParaRPr>
          </a:p>
          <a:p>
            <a:pPr marL="342900" indent="-342900" algn="r" rtl="1">
              <a:buClr>
                <a:schemeClr val="tx1"/>
              </a:buClr>
              <a:buFont typeface="Wingdings" panose="05000000000000000000" pitchFamily="2" charset="2"/>
              <a:buChar char="v"/>
            </a:pPr>
            <a:r>
              <a:rPr lang="fa-IR" sz="2000" dirty="0">
                <a:solidFill>
                  <a:schemeClr val="tx2"/>
                </a:solidFill>
                <a:cs typeface="B Nazanin" pitchFamily="2" charset="-78"/>
              </a:rPr>
              <a:t>همکاری راحت تر اعضای تیم  روی یک پروژه</a:t>
            </a:r>
          </a:p>
          <a:p>
            <a:pPr marL="342900" indent="-342900" algn="r" rtl="1">
              <a:buClr>
                <a:schemeClr val="tx1"/>
              </a:buClr>
              <a:buFont typeface="Wingdings" panose="05000000000000000000" pitchFamily="2" charset="2"/>
              <a:buChar char="v"/>
            </a:pPr>
            <a:endParaRPr lang="fa-IR" sz="2000" dirty="0">
              <a:solidFill>
                <a:schemeClr val="tx2"/>
              </a:solidFill>
              <a:cs typeface="B Nazanin" pitchFamily="2" charset="-78"/>
            </a:endParaRPr>
          </a:p>
          <a:p>
            <a:pPr marL="342900" indent="-342900" algn="r" rtl="1">
              <a:buClr>
                <a:schemeClr val="tx1"/>
              </a:buClr>
              <a:buFont typeface="Wingdings" panose="05000000000000000000" pitchFamily="2" charset="2"/>
              <a:buChar char="v"/>
            </a:pPr>
            <a:r>
              <a:rPr lang="fa-IR" sz="2000" dirty="0">
                <a:solidFill>
                  <a:schemeClr val="tx2"/>
                </a:solidFill>
                <a:cs typeface="B Nazanin" pitchFamily="2" charset="-78"/>
              </a:rPr>
              <a:t>حفظ تاریخچه تغییرات پروژه</a:t>
            </a:r>
          </a:p>
          <a:p>
            <a:pPr marL="342900" indent="-342900" algn="r" rtl="1">
              <a:buClr>
                <a:schemeClr val="tx1"/>
              </a:buClr>
              <a:buFont typeface="Wingdings" panose="05000000000000000000" pitchFamily="2" charset="2"/>
              <a:buChar char="v"/>
            </a:pPr>
            <a:endParaRPr lang="fa-IR" sz="2000" dirty="0">
              <a:solidFill>
                <a:schemeClr val="tx2"/>
              </a:solidFill>
              <a:cs typeface="B Nazanin" pitchFamily="2" charset="-78"/>
            </a:endParaRPr>
          </a:p>
          <a:p>
            <a:pPr marL="342900" indent="-342900" algn="r" rtl="1">
              <a:buClr>
                <a:schemeClr val="tx1"/>
              </a:buClr>
              <a:buFont typeface="Wingdings" panose="05000000000000000000" pitchFamily="2" charset="2"/>
              <a:buChar char="v"/>
            </a:pPr>
            <a:r>
              <a:rPr lang="fa-IR" sz="2000" dirty="0">
                <a:solidFill>
                  <a:schemeClr val="tx2"/>
                </a:solidFill>
                <a:cs typeface="B Nazanin" pitchFamily="2" charset="-78"/>
              </a:rPr>
              <a:t>انتقال قابلیت های جدید به شاخه اصلی پروژه</a:t>
            </a:r>
          </a:p>
          <a:p>
            <a:pPr marL="342900" indent="-342900" algn="r" rtl="1">
              <a:buClr>
                <a:schemeClr val="tx1"/>
              </a:buClr>
              <a:buFont typeface="Wingdings" panose="05000000000000000000" pitchFamily="2" charset="2"/>
              <a:buChar char="v"/>
            </a:pPr>
            <a:endParaRPr lang="fa-IR" sz="2000" dirty="0">
              <a:solidFill>
                <a:schemeClr val="tx2"/>
              </a:solidFill>
              <a:cs typeface="B Nazanin" pitchFamily="2" charset="-78"/>
            </a:endParaRPr>
          </a:p>
          <a:p>
            <a:pPr marL="342900" indent="-342900" algn="r" rtl="1">
              <a:buClr>
                <a:schemeClr val="tx1"/>
              </a:buClr>
              <a:buFont typeface="Wingdings" panose="05000000000000000000" pitchFamily="2" charset="2"/>
              <a:buChar char="v"/>
            </a:pPr>
            <a:r>
              <a:rPr lang="fa-IR" sz="2000" dirty="0">
                <a:solidFill>
                  <a:schemeClr val="tx2"/>
                </a:solidFill>
                <a:cs typeface="B Nazanin" pitchFamily="2" charset="-78"/>
              </a:rPr>
              <a:t>یکپارچه سازی کدهای نوشته شده توسط افراد مختلف</a:t>
            </a:r>
            <a:endParaRPr lang="en-US" sz="2000" dirty="0">
              <a:solidFill>
                <a:schemeClr val="tx2"/>
              </a:solidFill>
              <a:cs typeface="B Nazanin" pitchFamily="2" charset="-78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27D7AF2F-BF08-D034-6554-5710A2C8A61C}"/>
              </a:ext>
            </a:extLst>
          </p:cNvPr>
          <p:cNvSpPr txBox="1"/>
          <p:nvPr/>
        </p:nvSpPr>
        <p:spPr>
          <a:xfrm>
            <a:off x="1447801" y="1024879"/>
            <a:ext cx="6740235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a-IR" sz="1800" dirty="0">
                <a:solidFill>
                  <a:schemeClr val="tx2"/>
                </a:solidFill>
                <a:cs typeface="B Nazanin" pitchFamily="2" charset="-78"/>
              </a:rPr>
              <a:t>در گیت، به هر مسیر مستقل برای توسعه پروژه، یک شاخه گفته می‌شود. </a:t>
            </a:r>
          </a:p>
          <a:p>
            <a:pPr algn="r"/>
            <a:r>
              <a:rPr lang="fa-IR" sz="1800" dirty="0">
                <a:solidFill>
                  <a:schemeClr val="tx2"/>
                </a:solidFill>
                <a:cs typeface="B Nazanin" pitchFamily="2" charset="-78"/>
              </a:rPr>
              <a:t>شاخه به برنامه‌نویس اجازه می‌دهد بدون تغییر مستقیم در نسخه اصلی پروژه، روی یک قابلیت جدید یا اصلاح یک مشکل کار کند.</a:t>
            </a:r>
          </a:p>
          <a:p>
            <a:pPr algn="r"/>
            <a:r>
              <a:rPr lang="fa-IR" sz="1800" dirty="0">
                <a:solidFill>
                  <a:schemeClr val="tx2"/>
                </a:solidFill>
                <a:cs typeface="B Nazanin" pitchFamily="2" charset="-78"/>
              </a:rPr>
              <a:t> </a:t>
            </a:r>
          </a:p>
          <a:p>
            <a:pPr algn="r"/>
            <a:r>
              <a:rPr lang="fa-IR" sz="1800" dirty="0">
                <a:solidFill>
                  <a:schemeClr val="tx2"/>
                </a:solidFill>
                <a:cs typeface="B Nazanin" pitchFamily="2" charset="-78"/>
              </a:rPr>
              <a:t>برای مثال، یک پروژه می‌تواند سه شاخه داشته باشد: </a:t>
            </a:r>
          </a:p>
          <a:p>
            <a:pPr marL="285750" indent="-285750" algn="r" rtl="1">
              <a:buFont typeface="Arial" pitchFamily="34" charset="0"/>
              <a:buChar char="•"/>
            </a:pPr>
            <a:r>
              <a:rPr lang="fa-IR" sz="1800" dirty="0">
                <a:solidFill>
                  <a:schemeClr val="tx2"/>
                </a:solidFill>
                <a:cs typeface="B Nazanin" pitchFamily="2" charset="-78"/>
              </a:rPr>
              <a:t>شاخه اصلی برای نگهداری نسخه اصلی پروژه </a:t>
            </a:r>
          </a:p>
          <a:p>
            <a:pPr marL="285750" indent="-285750" algn="r" rtl="1">
              <a:buFont typeface="Arial" pitchFamily="34" charset="0"/>
              <a:buChar char="•"/>
            </a:pPr>
            <a:r>
              <a:rPr lang="fa-IR" sz="1800" dirty="0">
                <a:solidFill>
                  <a:schemeClr val="tx2"/>
                </a:solidFill>
                <a:cs typeface="B Nazanin" pitchFamily="2" charset="-78"/>
              </a:rPr>
              <a:t>شاخه ورود کاربران برای طراحی صفحه ورود </a:t>
            </a:r>
          </a:p>
          <a:p>
            <a:pPr marL="285750" indent="-285750" algn="r" rtl="1">
              <a:buFont typeface="Arial" pitchFamily="34" charset="0"/>
              <a:buChar char="•"/>
            </a:pPr>
            <a:r>
              <a:rPr lang="fa-IR" sz="1800" dirty="0">
                <a:solidFill>
                  <a:schemeClr val="tx2"/>
                </a:solidFill>
                <a:cs typeface="B Nazanin" pitchFamily="2" charset="-78"/>
              </a:rPr>
              <a:t>شاخه ثبت‌نام برای ساخت صفحه ثبت‌نام </a:t>
            </a:r>
          </a:p>
          <a:p>
            <a:pPr algn="r"/>
            <a:r>
              <a:rPr lang="fa-IR" sz="1800" dirty="0">
                <a:solidFill>
                  <a:schemeClr val="tx2"/>
                </a:solidFill>
                <a:cs typeface="B Nazanin" pitchFamily="2" charset="-78"/>
              </a:rPr>
              <a:t>پس از تکمیل کارها، می‌توان شاخه‌های ورود و ثبت‌نام را با استفاده از مرج در شاخه اصلی ادغام </a:t>
            </a:r>
          </a:p>
          <a:p>
            <a:pPr algn="r"/>
            <a:r>
              <a:rPr lang="fa-IR" sz="1800" dirty="0">
                <a:solidFill>
                  <a:schemeClr val="tx2"/>
                </a:solidFill>
                <a:cs typeface="B Nazanin" pitchFamily="2" charset="-78"/>
              </a:rPr>
              <a:t>کرد. </a:t>
            </a:r>
          </a:p>
          <a:p>
            <a:pPr algn="r"/>
            <a:endParaRPr lang="fa-IR" sz="1800" b="1" dirty="0">
              <a:solidFill>
                <a:schemeClr val="tx2"/>
              </a:solidFill>
              <a:cs typeface="B Nazanin" pitchFamily="2" charset="-78"/>
            </a:endParaRPr>
          </a:p>
          <a:p>
            <a:pPr algn="r"/>
            <a:r>
              <a:rPr lang="fa-IR" sz="1800" b="1" dirty="0">
                <a:solidFill>
                  <a:schemeClr val="tx2"/>
                </a:solidFill>
                <a:cs typeface="B Nazanin" pitchFamily="2" charset="-78"/>
              </a:rPr>
              <a:t>نکته مهم: </a:t>
            </a:r>
            <a:r>
              <a:rPr lang="fa-IR" sz="1800" dirty="0">
                <a:solidFill>
                  <a:schemeClr val="tx2"/>
                </a:solidFill>
                <a:cs typeface="B Nazanin" pitchFamily="2" charset="-78"/>
              </a:rPr>
              <a:t>شاخه‌ها باعث می‌شوند برنامه‌نویسان بتوانند هم‌زمان روی بخش‌های مختلف یک پروژه کار کنند و بعد تغییراتشان را با هم ترکیب کنند.</a:t>
            </a:r>
            <a:endParaRPr lang="en-US" sz="1800" dirty="0">
              <a:solidFill>
                <a:schemeClr val="tx2"/>
              </a:solidFill>
              <a:cs typeface="B Nazanin" pitchFamily="2" charset="-78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740617D-B3B6-7B75-7064-4F765F3E6C47}"/>
              </a:ext>
            </a:extLst>
          </p:cNvPr>
          <p:cNvSpPr txBox="1"/>
          <p:nvPr/>
        </p:nvSpPr>
        <p:spPr>
          <a:xfrm>
            <a:off x="2286000" y="357591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fa-IR" sz="2000" b="1" dirty="0">
                <a:solidFill>
                  <a:schemeClr val="tx2"/>
                </a:solidFill>
                <a:cs typeface="B Nazanin" pitchFamily="2" charset="-78"/>
              </a:rPr>
              <a:t>شاخه چیست و چه ارتباطی با </a:t>
            </a:r>
            <a:r>
              <a:rPr lang="en-US" sz="2000" b="1" dirty="0">
                <a:solidFill>
                  <a:schemeClr val="tx2"/>
                </a:solidFill>
                <a:cs typeface="B Nazanin" pitchFamily="2" charset="-78"/>
              </a:rPr>
              <a:t>merge</a:t>
            </a:r>
            <a:r>
              <a:rPr lang="fa-IR" sz="2000" b="1" dirty="0">
                <a:solidFill>
                  <a:schemeClr val="tx2"/>
                </a:solidFill>
                <a:cs typeface="B Nazanin" pitchFamily="2" charset="-78"/>
              </a:rPr>
              <a:t>دارد؟</a:t>
            </a:r>
            <a:r>
              <a:rPr lang="en-US" sz="2000" b="1" dirty="0">
                <a:solidFill>
                  <a:schemeClr val="tx2"/>
                </a:solidFill>
                <a:cs typeface="B Nazanin" pitchFamily="2" charset="-78"/>
              </a:rPr>
              <a:t> 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2CC50C87-1E96-ACCF-6D14-7767354648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5228538"/>
              </p:ext>
            </p:extLst>
          </p:nvPr>
        </p:nvGraphicFramePr>
        <p:xfrm>
          <a:off x="443347" y="1558636"/>
          <a:ext cx="2376054" cy="3110344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2376054">
                  <a:extLst>
                    <a:ext uri="{9D8B030D-6E8A-4147-A177-3AD203B41FA5}">
                      <a16:colId xmlns:a16="http://schemas.microsoft.com/office/drawing/2014/main" val="3178172005"/>
                    </a:ext>
                  </a:extLst>
                </a:gridCol>
              </a:tblGrid>
              <a:tr h="311034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7250673"/>
                  </a:ext>
                </a:extLst>
              </a:tr>
            </a:tbl>
          </a:graphicData>
        </a:graphic>
      </p:graphicFrame>
      <p:graphicFrame>
        <p:nvGraphicFramePr>
          <p:cNvPr id="704" name="Table 703">
            <a:extLst>
              <a:ext uri="{FF2B5EF4-FFF2-40B4-BE49-F238E27FC236}">
                <a16:creationId xmlns:a16="http://schemas.microsoft.com/office/drawing/2014/main" id="{F4BFB299-AEAA-E887-6676-462335853F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6069512"/>
              </p:ext>
            </p:extLst>
          </p:nvPr>
        </p:nvGraphicFramePr>
        <p:xfrm>
          <a:off x="3420412" y="1558636"/>
          <a:ext cx="2376054" cy="3110344"/>
        </p:xfrm>
        <a:graphic>
          <a:graphicData uri="http://schemas.openxmlformats.org/drawingml/2006/table">
            <a:tbl>
              <a:tblPr firstRow="1" bandRow="1">
                <a:tableStyleId>{775DCB02-9BB8-47FD-8907-85C794F793BA}</a:tableStyleId>
              </a:tblPr>
              <a:tblGrid>
                <a:gridCol w="2376054">
                  <a:extLst>
                    <a:ext uri="{9D8B030D-6E8A-4147-A177-3AD203B41FA5}">
                      <a16:colId xmlns:a16="http://schemas.microsoft.com/office/drawing/2014/main" val="384449748"/>
                    </a:ext>
                  </a:extLst>
                </a:gridCol>
              </a:tblGrid>
              <a:tr h="311034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1134780"/>
                  </a:ext>
                </a:extLst>
              </a:tr>
            </a:tbl>
          </a:graphicData>
        </a:graphic>
      </p:graphicFrame>
      <p:graphicFrame>
        <p:nvGraphicFramePr>
          <p:cNvPr id="727" name="Table 726">
            <a:extLst>
              <a:ext uri="{FF2B5EF4-FFF2-40B4-BE49-F238E27FC236}">
                <a16:creationId xmlns:a16="http://schemas.microsoft.com/office/drawing/2014/main" id="{B89DC81B-C803-3733-D5A5-A4D002D65A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6879257"/>
              </p:ext>
            </p:extLst>
          </p:nvPr>
        </p:nvGraphicFramePr>
        <p:xfrm>
          <a:off x="6397477" y="1547419"/>
          <a:ext cx="2376054" cy="3110344"/>
        </p:xfrm>
        <a:graphic>
          <a:graphicData uri="http://schemas.openxmlformats.org/drawingml/2006/table">
            <a:tbl>
              <a:tblPr firstRow="1" bandRow="1">
                <a:tableStyleId>{775DCB02-9BB8-47FD-8907-85C794F793BA}</a:tableStyleId>
              </a:tblPr>
              <a:tblGrid>
                <a:gridCol w="792018">
                  <a:extLst>
                    <a:ext uri="{9D8B030D-6E8A-4147-A177-3AD203B41FA5}">
                      <a16:colId xmlns:a16="http://schemas.microsoft.com/office/drawing/2014/main" val="329139180"/>
                    </a:ext>
                  </a:extLst>
                </a:gridCol>
                <a:gridCol w="792018">
                  <a:extLst>
                    <a:ext uri="{9D8B030D-6E8A-4147-A177-3AD203B41FA5}">
                      <a16:colId xmlns:a16="http://schemas.microsoft.com/office/drawing/2014/main" val="1239293540"/>
                    </a:ext>
                  </a:extLst>
                </a:gridCol>
                <a:gridCol w="792018">
                  <a:extLst>
                    <a:ext uri="{9D8B030D-6E8A-4147-A177-3AD203B41FA5}">
                      <a16:colId xmlns:a16="http://schemas.microsoft.com/office/drawing/2014/main" val="2848879279"/>
                    </a:ext>
                  </a:extLst>
                </a:gridCol>
              </a:tblGrid>
              <a:tr h="311034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2775666"/>
                  </a:ext>
                </a:extLst>
              </a:tr>
            </a:tbl>
          </a:graphicData>
        </a:graphic>
      </p:graphicFrame>
      <p:sp>
        <p:nvSpPr>
          <p:cNvPr id="729" name="TextBox 728">
            <a:extLst>
              <a:ext uri="{FF2B5EF4-FFF2-40B4-BE49-F238E27FC236}">
                <a16:creationId xmlns:a16="http://schemas.microsoft.com/office/drawing/2014/main" id="{36F3BB2F-962B-DD66-C1E1-EB4034B1710D}"/>
              </a:ext>
            </a:extLst>
          </p:cNvPr>
          <p:cNvSpPr txBox="1"/>
          <p:nvPr/>
        </p:nvSpPr>
        <p:spPr>
          <a:xfrm>
            <a:off x="2227120" y="565409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lang="en-US" sz="2400" b="1" dirty="0">
                <a:solidFill>
                  <a:schemeClr val="tx2"/>
                </a:solidFill>
                <a:cs typeface="B Nazanin" pitchFamily="2" charset="-78"/>
              </a:rPr>
              <a:t>Merge</a:t>
            </a:r>
            <a:r>
              <a:rPr lang="fa-IR" sz="2400" b="1" dirty="0">
                <a:solidFill>
                  <a:schemeClr val="tx2"/>
                </a:solidFill>
                <a:cs typeface="B Nazanin" pitchFamily="2" charset="-78"/>
              </a:rPr>
              <a:t> چگونه انجام می شود؟</a:t>
            </a:r>
            <a:endParaRPr lang="en-US" sz="2400" b="1" dirty="0">
              <a:solidFill>
                <a:schemeClr val="tx2"/>
              </a:solidFill>
              <a:cs typeface="B Nazanin" pitchFamily="2" charset="-78"/>
            </a:endParaRPr>
          </a:p>
        </p:txBody>
      </p:sp>
      <p:sp>
        <p:nvSpPr>
          <p:cNvPr id="731" name="TextBox 730">
            <a:extLst>
              <a:ext uri="{FF2B5EF4-FFF2-40B4-BE49-F238E27FC236}">
                <a16:creationId xmlns:a16="http://schemas.microsoft.com/office/drawing/2014/main" id="{4DE7A89D-ABA0-ADC7-7492-6E127B81CB49}"/>
              </a:ext>
            </a:extLst>
          </p:cNvPr>
          <p:cNvSpPr txBox="1"/>
          <p:nvPr/>
        </p:nvSpPr>
        <p:spPr>
          <a:xfrm>
            <a:off x="6466264" y="1875210"/>
            <a:ext cx="2307267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a-IR" sz="1600" b="1" dirty="0">
                <a:cs typeface="B Nazanin" pitchFamily="2" charset="-78"/>
              </a:rPr>
              <a:t>مرحله اول:تغییرات مورد نظررا در یک شاخه جداگانه ایجاد می </a:t>
            </a:r>
          </a:p>
          <a:p>
            <a:pPr algn="ctr"/>
            <a:r>
              <a:rPr lang="fa-IR" sz="1600" b="1" dirty="0">
                <a:cs typeface="B Nazanin" pitchFamily="2" charset="-78"/>
              </a:rPr>
              <a:t>کنیم.</a:t>
            </a:r>
            <a:endParaRPr lang="en-US" sz="1600" b="1" dirty="0">
              <a:cs typeface="B Nazanin" pitchFamily="2" charset="-78"/>
            </a:endParaRPr>
          </a:p>
          <a:p>
            <a:pPr algn="ctr"/>
            <a:endParaRPr lang="en-US" sz="1600" b="1" dirty="0">
              <a:cs typeface="B Nazanin" pitchFamily="2" charset="-78"/>
            </a:endParaRPr>
          </a:p>
        </p:txBody>
      </p:sp>
      <p:sp>
        <p:nvSpPr>
          <p:cNvPr id="735" name="TextBox 734">
            <a:extLst>
              <a:ext uri="{FF2B5EF4-FFF2-40B4-BE49-F238E27FC236}">
                <a16:creationId xmlns:a16="http://schemas.microsoft.com/office/drawing/2014/main" id="{41366230-709E-241D-3A40-55F1C73D93A0}"/>
              </a:ext>
            </a:extLst>
          </p:cNvPr>
          <p:cNvSpPr txBox="1"/>
          <p:nvPr/>
        </p:nvSpPr>
        <p:spPr>
          <a:xfrm>
            <a:off x="6526704" y="3389597"/>
            <a:ext cx="218638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a-IR" sz="1600" b="1" dirty="0"/>
              <a:t>مرحله دوم:تغییرات را ثبت می کنیم تا در تاریخچه پروژه ذخیره شوند.</a:t>
            </a:r>
          </a:p>
        </p:txBody>
      </p:sp>
      <p:sp>
        <p:nvSpPr>
          <p:cNvPr id="737" name="TextBox 736">
            <a:extLst>
              <a:ext uri="{FF2B5EF4-FFF2-40B4-BE49-F238E27FC236}">
                <a16:creationId xmlns:a16="http://schemas.microsoft.com/office/drawing/2014/main" id="{A3849E66-D286-960B-0892-DC5A265C6AC6}"/>
              </a:ext>
            </a:extLst>
          </p:cNvPr>
          <p:cNvSpPr txBox="1"/>
          <p:nvPr/>
        </p:nvSpPr>
        <p:spPr>
          <a:xfrm>
            <a:off x="3374554" y="1789874"/>
            <a:ext cx="246777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a-IR" sz="1800" b="1" dirty="0">
                <a:cs typeface="B Nazanin" pitchFamily="2" charset="-78"/>
              </a:rPr>
              <a:t>مرحله سوم:به شاخه ای می رویم که قرار است تغییرات در ان قرار بگیرند.</a:t>
            </a:r>
            <a:endParaRPr lang="en-US" sz="1800" b="1" dirty="0">
              <a:cs typeface="B Nazanin" pitchFamily="2" charset="-78"/>
            </a:endParaRPr>
          </a:p>
        </p:txBody>
      </p:sp>
      <p:sp>
        <p:nvSpPr>
          <p:cNvPr id="739" name="TextBox 738">
            <a:extLst>
              <a:ext uri="{FF2B5EF4-FFF2-40B4-BE49-F238E27FC236}">
                <a16:creationId xmlns:a16="http://schemas.microsoft.com/office/drawing/2014/main" id="{A784C541-DAD6-41D7-D8C3-414021CDC638}"/>
              </a:ext>
            </a:extLst>
          </p:cNvPr>
          <p:cNvSpPr txBox="1"/>
          <p:nvPr/>
        </p:nvSpPr>
        <p:spPr>
          <a:xfrm>
            <a:off x="3531248" y="3282922"/>
            <a:ext cx="215438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a-IR" sz="1800" b="1" dirty="0">
                <a:cs typeface="B Nazanin" pitchFamily="2" charset="-78"/>
              </a:rPr>
              <a:t>مرحله چهارم:دستور مرج را اجرا می کنیم تا گیت تغییرات را ادغام کند.</a:t>
            </a:r>
            <a:endParaRPr lang="en-US" sz="1800" b="1" dirty="0">
              <a:cs typeface="B Nazanin" pitchFamily="2" charset="-78"/>
            </a:endParaRPr>
          </a:p>
        </p:txBody>
      </p:sp>
      <p:sp>
        <p:nvSpPr>
          <p:cNvPr id="741" name="TextBox 740">
            <a:extLst>
              <a:ext uri="{FF2B5EF4-FFF2-40B4-BE49-F238E27FC236}">
                <a16:creationId xmlns:a16="http://schemas.microsoft.com/office/drawing/2014/main" id="{AA02A543-064F-38AC-97CD-70CCE23F91D9}"/>
              </a:ext>
            </a:extLst>
          </p:cNvPr>
          <p:cNvSpPr txBox="1"/>
          <p:nvPr/>
        </p:nvSpPr>
        <p:spPr>
          <a:xfrm>
            <a:off x="582583" y="1875210"/>
            <a:ext cx="2236817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fa-IR" dirty="0">
                <a:cs typeface="B Nazanin" pitchFamily="2" charset="-78"/>
              </a:rPr>
              <a:t>فرض کنید شاخه‌ای به نام </a:t>
            </a:r>
            <a:r>
              <a:rPr lang="en-US" dirty="0">
                <a:cs typeface="B Nazanin" pitchFamily="2" charset="-78"/>
              </a:rPr>
              <a:t>feature </a:t>
            </a:r>
            <a:r>
              <a:rPr lang="fa-IR" dirty="0">
                <a:cs typeface="B Nazanin" pitchFamily="2" charset="-78"/>
              </a:rPr>
              <a:t>داریم و می‌خواهیم تغییرات آن را وارد شاخه اصلی کنیم. </a:t>
            </a:r>
          </a:p>
          <a:p>
            <a:pPr algn="r" rtl="1"/>
            <a:r>
              <a:rPr lang="fa-IR" dirty="0">
                <a:cs typeface="B Nazanin" pitchFamily="2" charset="-78"/>
              </a:rPr>
              <a:t>ابتدا به شاخه اصلی می‌رویم:</a:t>
            </a:r>
          </a:p>
          <a:p>
            <a:pPr rtl="1"/>
            <a:r>
              <a:rPr lang="fa-IR" dirty="0">
                <a:cs typeface="B Nazanin" pitchFamily="2" charset="-78"/>
              </a:rPr>
              <a:t> </a:t>
            </a:r>
            <a:r>
              <a:rPr lang="en-US" dirty="0">
                <a:cs typeface="B Nazanin" pitchFamily="2" charset="-78"/>
              </a:rPr>
              <a:t>git switch main </a:t>
            </a:r>
            <a:endParaRPr lang="fa-IR" dirty="0">
              <a:cs typeface="B Nazanin" pitchFamily="2" charset="-78"/>
            </a:endParaRPr>
          </a:p>
          <a:p>
            <a:pPr algn="r" rtl="1"/>
            <a:r>
              <a:rPr lang="fa-IR" dirty="0">
                <a:cs typeface="B Nazanin" pitchFamily="2" charset="-78"/>
              </a:rPr>
              <a:t>سپس دستور ادغام را اجرا می‌کنیم:</a:t>
            </a:r>
          </a:p>
          <a:p>
            <a:pPr rtl="1"/>
            <a:r>
              <a:rPr lang="en-US" dirty="0">
                <a:cs typeface="B Nazanin" pitchFamily="2" charset="-78"/>
              </a:rPr>
              <a:t>git merge feature </a:t>
            </a:r>
            <a:endParaRPr lang="fa-IR" dirty="0">
              <a:cs typeface="B Nazanin" pitchFamily="2" charset="-78"/>
            </a:endParaRPr>
          </a:p>
          <a:p>
            <a:pPr algn="r" rtl="1"/>
            <a:r>
              <a:rPr lang="fa-IR" dirty="0">
                <a:cs typeface="B Nazanin" pitchFamily="2" charset="-78"/>
              </a:rPr>
              <a:t>با اجرای دستور دوم، گیت تلاش می‌کند تغییرات شاخه </a:t>
            </a:r>
            <a:r>
              <a:rPr lang="en-US" dirty="0">
                <a:cs typeface="B Nazanin" pitchFamily="2" charset="-78"/>
              </a:rPr>
              <a:t>feature </a:t>
            </a:r>
            <a:r>
              <a:rPr lang="fa-IR" dirty="0">
                <a:cs typeface="B Nazanin" pitchFamily="2" charset="-78"/>
              </a:rPr>
              <a:t>را در شاخه فعلی، یعنی </a:t>
            </a:r>
            <a:r>
              <a:rPr lang="en-US" dirty="0">
                <a:cs typeface="B Nazanin" pitchFamily="2" charset="-78"/>
              </a:rPr>
              <a:t>main، </a:t>
            </a:r>
            <a:r>
              <a:rPr lang="fa-IR" dirty="0">
                <a:cs typeface="B Nazanin" pitchFamily="2" charset="-78"/>
              </a:rPr>
              <a:t>ادغام کند.</a:t>
            </a:r>
            <a:endParaRPr lang="en-US" dirty="0">
              <a:cs typeface="B Nazanin" pitchFamily="2" charset="-78"/>
            </a:endParaRPr>
          </a:p>
        </p:txBody>
      </p:sp>
      <p:sp>
        <p:nvSpPr>
          <p:cNvPr id="743" name="TextBox 742">
            <a:extLst>
              <a:ext uri="{FF2B5EF4-FFF2-40B4-BE49-F238E27FC236}">
                <a16:creationId xmlns:a16="http://schemas.microsoft.com/office/drawing/2014/main" id="{5CF19840-CB7C-5637-D919-C9C938CED918}"/>
              </a:ext>
            </a:extLst>
          </p:cNvPr>
          <p:cNvSpPr txBox="1"/>
          <p:nvPr/>
        </p:nvSpPr>
        <p:spPr>
          <a:xfrm>
            <a:off x="1710757" y="1605208"/>
            <a:ext cx="11315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a-IR" sz="1800" dirty="0">
                <a:cs typeface="B Nazanin" pitchFamily="2" charset="-78"/>
              </a:rPr>
              <a:t>مثال عملی:</a:t>
            </a:r>
            <a:endParaRPr lang="en-US" sz="1800" dirty="0">
              <a:cs typeface="B Nazanin" pitchFamily="2" charset="-78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C2172E51-98B3-04A1-17ED-E3CDE230599A}"/>
              </a:ext>
            </a:extLst>
          </p:cNvPr>
          <p:cNvSpPr txBox="1"/>
          <p:nvPr/>
        </p:nvSpPr>
        <p:spPr>
          <a:xfrm>
            <a:off x="789707" y="1495842"/>
            <a:ext cx="8021783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a-IR" sz="1800" dirty="0">
                <a:solidFill>
                  <a:schemeClr val="tx2"/>
                </a:solidFill>
                <a:cs typeface="B Nazanin" pitchFamily="2" charset="-78"/>
              </a:rPr>
              <a:t>در گیت‌هاب، معمولاً از قابلیتی به نام پول ریکوئست برای پیشنهاد و بررسی تغییرات استفاده می‌شود. </a:t>
            </a:r>
          </a:p>
          <a:p>
            <a:pPr algn="ctr"/>
            <a:r>
              <a:rPr lang="fa-IR" sz="1800" dirty="0">
                <a:solidFill>
                  <a:schemeClr val="tx2"/>
                </a:solidFill>
                <a:cs typeface="B Nazanin" pitchFamily="2" charset="-78"/>
              </a:rPr>
              <a:t>فرض کنید برنامه‌نویسی یک قابلیت جدید به پروژه اضافه کرده است. او می‌تواند تغییرات خود را در گیت‌هاب قرار دهد و درخواست کند که این تغییرات به شاخه اصلی اضافه شوند. </a:t>
            </a:r>
          </a:p>
          <a:p>
            <a:pPr algn="ctr"/>
            <a:endParaRPr lang="en-US" sz="1800" dirty="0">
              <a:solidFill>
                <a:schemeClr val="tx2"/>
              </a:solidFill>
              <a:cs typeface="B Nazanin" pitchFamily="2" charset="-78"/>
            </a:endParaRPr>
          </a:p>
          <a:p>
            <a:pPr algn="ctr"/>
            <a:r>
              <a:rPr lang="fa-IR" sz="1800" dirty="0">
                <a:solidFill>
                  <a:schemeClr val="tx2"/>
                </a:solidFill>
                <a:cs typeface="B Nazanin" pitchFamily="2" charset="-78"/>
              </a:rPr>
              <a:t>مراحل کار به این صورت است:</a:t>
            </a:r>
            <a:endParaRPr lang="en-US" sz="1800" dirty="0">
              <a:solidFill>
                <a:schemeClr val="tx2"/>
              </a:solidFill>
              <a:cs typeface="B Nazanin" pitchFamily="2" charset="-78"/>
            </a:endParaRPr>
          </a:p>
          <a:p>
            <a:pPr algn="ctr"/>
            <a:r>
              <a:rPr lang="fa-IR" sz="1800" dirty="0">
                <a:solidFill>
                  <a:schemeClr val="tx2"/>
                </a:solidFill>
                <a:cs typeface="B Nazanin" pitchFamily="2" charset="-78"/>
              </a:rPr>
              <a:t> </a:t>
            </a:r>
          </a:p>
          <a:p>
            <a:pPr algn="ctr"/>
            <a:r>
              <a:rPr lang="fa-IR" sz="1800" dirty="0">
                <a:solidFill>
                  <a:schemeClr val="tx2"/>
                </a:solidFill>
                <a:cs typeface="B Nazanin" pitchFamily="2" charset="-78"/>
              </a:rPr>
              <a:t>۱. برنامه‌نویس تغییرات خود را در گیت‌هاب قرار می‌دهد.</a:t>
            </a:r>
          </a:p>
          <a:p>
            <a:pPr algn="ctr"/>
            <a:r>
              <a:rPr lang="fa-IR" sz="1800" dirty="0">
                <a:solidFill>
                  <a:schemeClr val="tx2"/>
                </a:solidFill>
                <a:cs typeface="B Nazanin" pitchFamily="2" charset="-78"/>
              </a:rPr>
              <a:t> ۲. یک درخواست ادغام ایجاد می‌کند. </a:t>
            </a:r>
          </a:p>
          <a:p>
            <a:pPr algn="ctr"/>
            <a:r>
              <a:rPr lang="fa-IR" sz="1800" dirty="0">
                <a:solidFill>
                  <a:schemeClr val="tx2"/>
                </a:solidFill>
                <a:cs typeface="B Nazanin" pitchFamily="2" charset="-78"/>
              </a:rPr>
              <a:t>۳. اعضای تیم کدها را بررسی می‌کنند. </a:t>
            </a:r>
          </a:p>
          <a:p>
            <a:pPr algn="ctr"/>
            <a:r>
              <a:rPr lang="fa-IR" sz="1800" dirty="0">
                <a:solidFill>
                  <a:schemeClr val="tx2"/>
                </a:solidFill>
                <a:cs typeface="B Nazanin" pitchFamily="2" charset="-78"/>
              </a:rPr>
              <a:t>۴. در صورت تأیید، تغییرات در شاخه مقصد ادغام می‌شوند. </a:t>
            </a:r>
            <a:endParaRPr lang="en-US" sz="1800" dirty="0">
              <a:solidFill>
                <a:schemeClr val="tx2"/>
              </a:solidFill>
              <a:cs typeface="B Nazanin" pitchFamily="2" charset="-78"/>
            </a:endParaRPr>
          </a:p>
          <a:p>
            <a:pPr algn="ctr"/>
            <a:endParaRPr lang="fa-IR" sz="1800" dirty="0">
              <a:solidFill>
                <a:schemeClr val="tx2"/>
              </a:solidFill>
              <a:cs typeface="B Nazanin" pitchFamily="2" charset="-78"/>
            </a:endParaRPr>
          </a:p>
          <a:p>
            <a:pPr algn="ctr"/>
            <a:r>
              <a:rPr lang="fa-IR" sz="1800" dirty="0">
                <a:solidFill>
                  <a:schemeClr val="tx2"/>
                </a:solidFill>
                <a:cs typeface="B Nazanin" pitchFamily="2" charset="-78"/>
              </a:rPr>
              <a:t>تفاوت مهم: پول ریکوئست برای پیشنهاد و بررسی تغییرات است، اما مرج عملیات ادغام آن تغییرات است.</a:t>
            </a:r>
            <a:endParaRPr lang="en-US" sz="1800" dirty="0">
              <a:solidFill>
                <a:schemeClr val="tx2"/>
              </a:solidFill>
              <a:cs typeface="B Nazanin" pitchFamily="2" charset="-78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61769E6-58EE-8E8C-B34E-B71096B15A01}"/>
              </a:ext>
            </a:extLst>
          </p:cNvPr>
          <p:cNvSpPr txBox="1"/>
          <p:nvPr/>
        </p:nvSpPr>
        <p:spPr>
          <a:xfrm>
            <a:off x="1530928" y="489209"/>
            <a:ext cx="55279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en-US" sz="2400" b="1" dirty="0">
                <a:solidFill>
                  <a:schemeClr val="tx2"/>
                </a:solidFill>
                <a:cs typeface="B Nazanin" pitchFamily="2" charset="-78"/>
              </a:rPr>
              <a:t>Merge</a:t>
            </a:r>
            <a:r>
              <a:rPr lang="fa-IR" sz="2400" b="1" dirty="0">
                <a:solidFill>
                  <a:schemeClr val="tx2"/>
                </a:solidFill>
                <a:cs typeface="B Nazanin" pitchFamily="2" charset="-78"/>
              </a:rPr>
              <a:t> در گیت هاب چگونه انجام می شود؟</a:t>
            </a:r>
            <a:endParaRPr lang="en-US" sz="2400" b="1" dirty="0">
              <a:solidFill>
                <a:schemeClr val="tx2"/>
              </a:solidFill>
              <a:cs typeface="B Nazanin" pitchFamily="2" charset="-78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E9C334D-AD79-1B4C-6E4C-D08DEAD2F6F7}"/>
              </a:ext>
            </a:extLst>
          </p:cNvPr>
          <p:cNvSpPr txBox="1"/>
          <p:nvPr/>
        </p:nvSpPr>
        <p:spPr>
          <a:xfrm>
            <a:off x="367145" y="1585759"/>
            <a:ext cx="797329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fa-IR" sz="1800" dirty="0">
                <a:solidFill>
                  <a:schemeClr val="tx2"/>
                </a:solidFill>
                <a:cs typeface="B Nazanin" pitchFamily="2" charset="-78"/>
              </a:rPr>
              <a:t>گاهی اوقات دو برنامه‌نویس یک قسمت از فایل را به شکل‌های متفاوت تغییر می‌دهند. در این شرایط، گیت ممکن است نتواند تشخیص دهد کدام تغییر باید باقی بماند. </a:t>
            </a:r>
          </a:p>
          <a:p>
            <a:pPr algn="r" rtl="1"/>
            <a:r>
              <a:rPr lang="fa-IR" sz="1800" dirty="0">
                <a:solidFill>
                  <a:schemeClr val="tx2"/>
                </a:solidFill>
                <a:cs typeface="B Nazanin" pitchFamily="2" charset="-78"/>
              </a:rPr>
              <a:t>به این وضعیت، تعارض در ادغام گفته می‌شود. </a:t>
            </a:r>
            <a:endParaRPr lang="en-US" sz="1800" dirty="0">
              <a:solidFill>
                <a:schemeClr val="tx2"/>
              </a:solidFill>
              <a:cs typeface="B Nazanin" pitchFamily="2" charset="-78"/>
            </a:endParaRPr>
          </a:p>
          <a:p>
            <a:pPr algn="r" rtl="1"/>
            <a:endParaRPr lang="fa-IR" sz="1800" dirty="0">
              <a:solidFill>
                <a:schemeClr val="tx2"/>
              </a:solidFill>
              <a:cs typeface="B Nazanin" pitchFamily="2" charset="-78"/>
            </a:endParaRPr>
          </a:p>
          <a:p>
            <a:pPr algn="r" rtl="1"/>
            <a:r>
              <a:rPr lang="fa-IR" sz="1800" dirty="0">
                <a:solidFill>
                  <a:schemeClr val="tx2"/>
                </a:solidFill>
                <a:cs typeface="B Nazanin" pitchFamily="2" charset="-78"/>
              </a:rPr>
              <a:t>مثال ساده فرض کنید برنامه‌نویس اول این متن را نوشته است: </a:t>
            </a:r>
          </a:p>
          <a:p>
            <a:pPr rtl="1"/>
            <a:r>
              <a:rPr lang="en-US" sz="1800" dirty="0">
                <a:solidFill>
                  <a:schemeClr val="tx2"/>
                </a:solidFill>
                <a:cs typeface="B Nazanin" pitchFamily="2" charset="-78"/>
              </a:rPr>
              <a:t>message = "Hello" </a:t>
            </a:r>
            <a:endParaRPr lang="fa-IR" sz="1800" dirty="0">
              <a:solidFill>
                <a:schemeClr val="tx2"/>
              </a:solidFill>
              <a:cs typeface="B Nazanin" pitchFamily="2" charset="-78"/>
            </a:endParaRPr>
          </a:p>
          <a:p>
            <a:pPr algn="r" rtl="1"/>
            <a:r>
              <a:rPr lang="fa-IR" sz="1800" dirty="0">
                <a:solidFill>
                  <a:schemeClr val="tx2"/>
                </a:solidFill>
                <a:cs typeface="B Nazanin" pitchFamily="2" charset="-78"/>
              </a:rPr>
              <a:t>اما برنامه‌نویس دوم همان خط را به شکل زیر تغییر داده است: </a:t>
            </a:r>
          </a:p>
          <a:p>
            <a:pPr rtl="1"/>
            <a:r>
              <a:rPr lang="en-US" sz="1800" dirty="0">
                <a:solidFill>
                  <a:schemeClr val="tx2"/>
                </a:solidFill>
                <a:cs typeface="B Nazanin" pitchFamily="2" charset="-78"/>
              </a:rPr>
              <a:t>message = "Welcome" </a:t>
            </a:r>
            <a:endParaRPr lang="fa-IR" sz="1800" dirty="0">
              <a:solidFill>
                <a:schemeClr val="tx2"/>
              </a:solidFill>
              <a:cs typeface="B Nazanin" pitchFamily="2" charset="-78"/>
            </a:endParaRPr>
          </a:p>
          <a:p>
            <a:pPr algn="r" rtl="1"/>
            <a:endParaRPr lang="en-US" sz="1800" dirty="0">
              <a:solidFill>
                <a:schemeClr val="tx2"/>
              </a:solidFill>
              <a:cs typeface="B Nazanin" pitchFamily="2" charset="-78"/>
            </a:endParaRPr>
          </a:p>
          <a:p>
            <a:pPr algn="r" rtl="1"/>
            <a:r>
              <a:rPr lang="fa-IR" sz="1800" dirty="0">
                <a:solidFill>
                  <a:schemeClr val="tx2"/>
                </a:solidFill>
                <a:cs typeface="B Nazanin" pitchFamily="2" charset="-78"/>
              </a:rPr>
              <a:t>اگر این دو تغییر با هم تعارض داشته باشند، گیت از برنامه‌نویس می‌خواهد نسخه نهایی را مشخص کند.</a:t>
            </a:r>
            <a:endParaRPr lang="en-US" sz="1800" dirty="0">
              <a:solidFill>
                <a:schemeClr val="tx2"/>
              </a:solidFill>
              <a:cs typeface="B Nazanin" pitchFamily="2" charset="-78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978356-D095-D758-9BB0-DBA41500279A}"/>
              </a:ext>
            </a:extLst>
          </p:cNvPr>
          <p:cNvSpPr txBox="1"/>
          <p:nvPr/>
        </p:nvSpPr>
        <p:spPr>
          <a:xfrm>
            <a:off x="1274618" y="464586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en-US" sz="2400" b="1" dirty="0">
                <a:solidFill>
                  <a:schemeClr val="tx2"/>
                </a:solidFill>
                <a:cs typeface="B Nazanin" pitchFamily="2" charset="-78"/>
              </a:rPr>
              <a:t>:Merge conflict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3" name="Google Shape;753;p38"/>
          <p:cNvPicPr preferRelativeResize="0"/>
          <p:nvPr/>
        </p:nvPicPr>
        <p:blipFill rotWithShape="1">
          <a:blip r:embed="rId4">
            <a:alphaModFix/>
          </a:blip>
          <a:srcRect l="16989" r="26884"/>
          <a:stretch/>
        </p:blipFill>
        <p:spPr>
          <a:xfrm>
            <a:off x="126363" y="1244796"/>
            <a:ext cx="2997836" cy="2870005"/>
          </a:xfrm>
          <a:prstGeom prst="ellipse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03D949D-2324-290B-82E7-2CDE7EF9FAA7}"/>
              </a:ext>
            </a:extLst>
          </p:cNvPr>
          <p:cNvSpPr txBox="1"/>
          <p:nvPr/>
        </p:nvSpPr>
        <p:spPr>
          <a:xfrm>
            <a:off x="4452675" y="215526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fa-IR" sz="2400" b="1" dirty="0">
                <a:solidFill>
                  <a:schemeClr val="tx2"/>
                </a:solidFill>
                <a:cs typeface="B Nazanin" pitchFamily="2" charset="-78"/>
              </a:rPr>
              <a:t>انواع </a:t>
            </a:r>
            <a:r>
              <a:rPr lang="en-US" sz="2400" b="1" dirty="0">
                <a:solidFill>
                  <a:schemeClr val="tx2"/>
                </a:solidFill>
                <a:cs typeface="B Nazanin" pitchFamily="2" charset="-78"/>
              </a:rPr>
              <a:t>:merge conflict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96E92F-1474-DF06-01A5-B0B31E828803}"/>
              </a:ext>
            </a:extLst>
          </p:cNvPr>
          <p:cNvSpPr txBox="1"/>
          <p:nvPr/>
        </p:nvSpPr>
        <p:spPr>
          <a:xfrm>
            <a:off x="3124199" y="1003822"/>
            <a:ext cx="5749637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a-IR" sz="1800" dirty="0">
                <a:solidFill>
                  <a:schemeClr val="tx2"/>
                </a:solidFill>
              </a:rPr>
              <a:t>تعارض‌ها در گیت ممکنه به شکل‌های مختلفی ایجاد بشوند: </a:t>
            </a:r>
          </a:p>
          <a:p>
            <a:pPr algn="r"/>
            <a:endParaRPr lang="en-US" sz="1800" dirty="0">
              <a:solidFill>
                <a:schemeClr val="tx2"/>
              </a:solidFill>
            </a:endParaRPr>
          </a:p>
          <a:p>
            <a:pPr algn="r"/>
            <a:r>
              <a:rPr lang="fa-IR" sz="1800" dirty="0">
                <a:solidFill>
                  <a:schemeClr val="tx2"/>
                </a:solidFill>
              </a:rPr>
              <a:t>۱. تعارض در یک خط از کد</a:t>
            </a:r>
          </a:p>
          <a:p>
            <a:pPr algn="r"/>
            <a:r>
              <a:rPr lang="fa-IR" sz="1800" dirty="0">
                <a:solidFill>
                  <a:schemeClr val="tx2"/>
                </a:solidFill>
              </a:rPr>
              <a:t> </a:t>
            </a:r>
            <a:r>
              <a:rPr lang="fa-IR" sz="1800" dirty="0">
                <a:solidFill>
                  <a:schemeClr val="tx2"/>
                </a:solidFill>
                <a:cs typeface="B Nazanin" pitchFamily="2" charset="-78"/>
              </a:rPr>
              <a:t>وقتی دو نفر یک خط از یک فایل رو به شکل متفاوت تغییر می‌دهند، ممکنه گیت نتواند تصمیم بگیرد کدوم تغییر را نگه دارد. </a:t>
            </a:r>
            <a:endParaRPr lang="en-US" sz="1800" dirty="0">
              <a:solidFill>
                <a:schemeClr val="tx2"/>
              </a:solidFill>
              <a:cs typeface="B Nazanin" pitchFamily="2" charset="-78"/>
            </a:endParaRPr>
          </a:p>
          <a:p>
            <a:pPr algn="r"/>
            <a:endParaRPr lang="fa-IR" sz="1800" dirty="0">
              <a:solidFill>
                <a:schemeClr val="tx2"/>
              </a:solidFill>
              <a:cs typeface="B Nazanin" pitchFamily="2" charset="-78"/>
            </a:endParaRPr>
          </a:p>
          <a:p>
            <a:pPr algn="r"/>
            <a:r>
              <a:rPr lang="fa-IR" sz="1800" dirty="0">
                <a:solidFill>
                  <a:schemeClr val="tx2"/>
                </a:solidFill>
              </a:rPr>
              <a:t>۲. تعارض در حذف و ویرایش </a:t>
            </a:r>
          </a:p>
          <a:p>
            <a:pPr algn="r"/>
            <a:r>
              <a:rPr lang="fa-IR" sz="1800" dirty="0">
                <a:solidFill>
                  <a:schemeClr val="tx2"/>
                </a:solidFill>
              </a:rPr>
              <a:t>وقتی یک نفر فایلی رو حذف می‌کند و نفر دیگه همون فایل رو تغییر می‌دهد، ممکنه تعارض ایجاد بشود.</a:t>
            </a:r>
            <a:endParaRPr lang="en-US" sz="1800" dirty="0">
              <a:solidFill>
                <a:schemeClr val="tx2"/>
              </a:solidFill>
            </a:endParaRPr>
          </a:p>
          <a:p>
            <a:pPr algn="r"/>
            <a:endParaRPr lang="fa-IR" sz="1800" dirty="0">
              <a:solidFill>
                <a:schemeClr val="tx2"/>
              </a:solidFill>
            </a:endParaRPr>
          </a:p>
          <a:p>
            <a:pPr algn="r"/>
            <a:r>
              <a:rPr lang="fa-IR" sz="1800" dirty="0">
                <a:solidFill>
                  <a:schemeClr val="tx2"/>
                </a:solidFill>
              </a:rPr>
              <a:t> ۳. تعارض در تغییرات هم‌زمان </a:t>
            </a:r>
          </a:p>
          <a:p>
            <a:pPr algn="r"/>
            <a:r>
              <a:rPr lang="fa-IR" sz="1800" dirty="0">
                <a:solidFill>
                  <a:schemeClr val="tx2"/>
                </a:solidFill>
              </a:rPr>
              <a:t>وقتی تغییرات دو شاخه با هم سازگار نباشند، ممکنه ادغام خودکار انجام نشود.</a:t>
            </a:r>
            <a:endParaRPr lang="en-US" sz="1800" dirty="0">
              <a:solidFill>
                <a:schemeClr val="tx2"/>
              </a:solidFill>
              <a:cs typeface="B Nazanin" pitchFamily="2" charset="-78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805F82F-FE8F-1F05-8104-BD6164DD8856}"/>
              </a:ext>
            </a:extLst>
          </p:cNvPr>
          <p:cNvSpPr txBox="1"/>
          <p:nvPr/>
        </p:nvSpPr>
        <p:spPr>
          <a:xfrm>
            <a:off x="1212272" y="1611970"/>
            <a:ext cx="700347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r" rtl="1">
              <a:buFont typeface="Wingdings" panose="05000000000000000000" pitchFamily="2" charset="2"/>
              <a:buChar char="Ø"/>
            </a:pPr>
            <a:r>
              <a:rPr lang="fa-IR" sz="2000" dirty="0">
                <a:solidFill>
                  <a:schemeClr val="tx2"/>
                </a:solidFill>
                <a:cs typeface="B Nazanin" pitchFamily="2" charset="-78"/>
              </a:rPr>
              <a:t>فایل دارای تعارض را پیدا می‌کنیم. </a:t>
            </a:r>
            <a:endParaRPr lang="en-US" sz="2000" dirty="0">
              <a:solidFill>
                <a:schemeClr val="tx2"/>
              </a:solidFill>
              <a:cs typeface="B Nazanin" pitchFamily="2" charset="-78"/>
            </a:endParaRPr>
          </a:p>
          <a:p>
            <a:pPr marL="457200" indent="-457200" algn="r" rtl="1">
              <a:buFont typeface="Wingdings" panose="05000000000000000000" pitchFamily="2" charset="2"/>
              <a:buChar char="Ø"/>
            </a:pPr>
            <a:endParaRPr lang="fa-IR" sz="2000" dirty="0">
              <a:solidFill>
                <a:schemeClr val="tx2"/>
              </a:solidFill>
              <a:cs typeface="B Nazanin" pitchFamily="2" charset="-78"/>
            </a:endParaRPr>
          </a:p>
          <a:p>
            <a:pPr marL="457200" indent="-457200" algn="r" rtl="1">
              <a:buFont typeface="Wingdings" panose="05000000000000000000" pitchFamily="2" charset="2"/>
              <a:buChar char="Ø"/>
            </a:pPr>
            <a:r>
              <a:rPr lang="fa-IR" sz="2000" dirty="0">
                <a:solidFill>
                  <a:schemeClr val="tx2"/>
                </a:solidFill>
                <a:cs typeface="B Nazanin" pitchFamily="2" charset="-78"/>
              </a:rPr>
              <a:t>تغییرات هر دو شاخه را بررسی می‌کنیم. </a:t>
            </a:r>
            <a:endParaRPr lang="en-US" sz="2000" dirty="0">
              <a:solidFill>
                <a:schemeClr val="tx2"/>
              </a:solidFill>
              <a:cs typeface="B Nazanin" pitchFamily="2" charset="-78"/>
            </a:endParaRPr>
          </a:p>
          <a:p>
            <a:pPr marL="457200" indent="-457200" algn="r" rtl="1">
              <a:buFont typeface="Wingdings" panose="05000000000000000000" pitchFamily="2" charset="2"/>
              <a:buChar char="Ø"/>
            </a:pPr>
            <a:endParaRPr lang="fa-IR" sz="2000" b="1" dirty="0">
              <a:solidFill>
                <a:schemeClr val="tx2"/>
              </a:solidFill>
              <a:cs typeface="B Nazanin" pitchFamily="2" charset="-78"/>
            </a:endParaRPr>
          </a:p>
          <a:p>
            <a:pPr marL="457200" indent="-457200" algn="r" rtl="1">
              <a:buFont typeface="Wingdings" panose="05000000000000000000" pitchFamily="2" charset="2"/>
              <a:buChar char="Ø"/>
            </a:pPr>
            <a:r>
              <a:rPr lang="fa-IR" sz="2000" dirty="0">
                <a:solidFill>
                  <a:schemeClr val="tx2"/>
                </a:solidFill>
                <a:cs typeface="B Nazanin" pitchFamily="2" charset="-78"/>
              </a:rPr>
              <a:t>نسخه مناسب را انتخاب می‌کنیم یا تغییرات را با هم ترکیب می‌کنیم. </a:t>
            </a:r>
            <a:endParaRPr lang="en-US" sz="2000" dirty="0">
              <a:solidFill>
                <a:schemeClr val="tx2"/>
              </a:solidFill>
              <a:cs typeface="B Nazanin" pitchFamily="2" charset="-78"/>
            </a:endParaRPr>
          </a:p>
          <a:p>
            <a:pPr marL="457200" indent="-457200" algn="r" rtl="1">
              <a:buFont typeface="Wingdings" panose="05000000000000000000" pitchFamily="2" charset="2"/>
              <a:buChar char="Ø"/>
            </a:pPr>
            <a:endParaRPr lang="fa-IR" sz="2000" dirty="0">
              <a:solidFill>
                <a:schemeClr val="tx2"/>
              </a:solidFill>
              <a:cs typeface="B Nazanin" pitchFamily="2" charset="-78"/>
            </a:endParaRPr>
          </a:p>
          <a:p>
            <a:pPr marL="457200" indent="-457200" algn="r" rtl="1">
              <a:buFont typeface="Wingdings" panose="05000000000000000000" pitchFamily="2" charset="2"/>
              <a:buChar char="Ø"/>
            </a:pPr>
            <a:r>
              <a:rPr lang="fa-IR" sz="2000" dirty="0">
                <a:solidFill>
                  <a:schemeClr val="tx2"/>
                </a:solidFill>
                <a:cs typeface="B Nazanin" pitchFamily="2" charset="-78"/>
              </a:rPr>
              <a:t>فایل را ذخیره می‌کنیم و نتیجه را ثبت می‌کنیم.</a:t>
            </a:r>
            <a:endParaRPr lang="en-US" sz="2000" dirty="0">
              <a:solidFill>
                <a:schemeClr val="tx2"/>
              </a:solidFill>
              <a:cs typeface="B Nazanin" pitchFamily="2" charset="-78"/>
            </a:endParaRPr>
          </a:p>
          <a:p>
            <a:pPr marL="457200" indent="-457200" algn="r" rtl="1">
              <a:buFont typeface="Wingdings" panose="05000000000000000000" pitchFamily="2" charset="2"/>
              <a:buChar char="Ø"/>
            </a:pPr>
            <a:endParaRPr lang="fa-IR" sz="2000" dirty="0">
              <a:solidFill>
                <a:schemeClr val="tx2"/>
              </a:solidFill>
              <a:cs typeface="B Nazanin" pitchFamily="2" charset="-78"/>
            </a:endParaRPr>
          </a:p>
          <a:p>
            <a:pPr marL="457200" indent="-457200" algn="r" rtl="1">
              <a:buFont typeface="Wingdings" panose="05000000000000000000" pitchFamily="2" charset="2"/>
              <a:buChar char="Ø"/>
            </a:pPr>
            <a:r>
              <a:rPr lang="fa-IR" sz="2000" dirty="0">
                <a:solidFill>
                  <a:schemeClr val="tx2"/>
                </a:solidFill>
                <a:cs typeface="B Nazanin" pitchFamily="2" charset="-78"/>
              </a:rPr>
              <a:t> نکته: بعد از حل تعارض باید مطمئن شویم که برنامه به‌درستی کار می‌کند.</a:t>
            </a:r>
            <a:endParaRPr lang="en-US" sz="2000" dirty="0">
              <a:solidFill>
                <a:schemeClr val="tx2"/>
              </a:solidFill>
              <a:cs typeface="B Nazanin" pitchFamily="2" charset="-78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856A77-D752-FB03-1464-FD8ED511E9A8}"/>
              </a:ext>
            </a:extLst>
          </p:cNvPr>
          <p:cNvSpPr txBox="1"/>
          <p:nvPr/>
        </p:nvSpPr>
        <p:spPr>
          <a:xfrm>
            <a:off x="4125190" y="516807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a-IR" sz="2400" b="1" dirty="0">
                <a:solidFill>
                  <a:schemeClr val="tx2"/>
                </a:solidFill>
                <a:cs typeface="B Nazanin" pitchFamily="2" charset="-78"/>
              </a:rPr>
              <a:t>چگونه تعارض را حل می کنیم؟</a:t>
            </a:r>
            <a:endParaRPr lang="en-US" sz="2400" b="1" dirty="0">
              <a:solidFill>
                <a:schemeClr val="tx2"/>
              </a:solidFill>
              <a:cs typeface="B Nazanin" pitchFamily="2" charset="-78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8" name="Google Shape;1768;p46"/>
          <p:cNvSpPr txBox="1">
            <a:spLocks noGrp="1"/>
          </p:cNvSpPr>
          <p:nvPr>
            <p:ph type="ctrTitle"/>
          </p:nvPr>
        </p:nvSpPr>
        <p:spPr>
          <a:xfrm>
            <a:off x="2562175" y="1734522"/>
            <a:ext cx="4020000" cy="146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5400" dirty="0">
                <a:cs typeface="B Sina" panose="00000700000000000000" pitchFamily="2" charset="-78"/>
              </a:rPr>
              <a:t>با تشکر از توجه شما</a:t>
            </a:r>
            <a:endParaRPr sz="5400" dirty="0"/>
          </a:p>
        </p:txBody>
      </p:sp>
      <p:grpSp>
        <p:nvGrpSpPr>
          <p:cNvPr id="1771" name="Google Shape;1771;p46"/>
          <p:cNvGrpSpPr/>
          <p:nvPr/>
        </p:nvGrpSpPr>
        <p:grpSpPr>
          <a:xfrm>
            <a:off x="3914560" y="4677916"/>
            <a:ext cx="268782" cy="268485"/>
            <a:chOff x="3303268" y="3817349"/>
            <a:chExt cx="346056" cy="345674"/>
          </a:xfrm>
        </p:grpSpPr>
        <p:sp>
          <p:nvSpPr>
            <p:cNvPr id="1772" name="Google Shape;1772;p46"/>
            <p:cNvSpPr/>
            <p:nvPr/>
          </p:nvSpPr>
          <p:spPr>
            <a:xfrm>
              <a:off x="3303268" y="3817349"/>
              <a:ext cx="346056" cy="345674"/>
            </a:xfrm>
            <a:custGeom>
              <a:avLst/>
              <a:gdLst/>
              <a:ahLst/>
              <a:cxnLst/>
              <a:rect l="l" t="t" r="r" b="b"/>
              <a:pathLst>
                <a:path w="10872" h="10860" extrusionOk="0">
                  <a:moveTo>
                    <a:pt x="5418" y="334"/>
                  </a:moveTo>
                  <a:cubicBezTo>
                    <a:pt x="8228" y="334"/>
                    <a:pt x="10514" y="2608"/>
                    <a:pt x="10514" y="5430"/>
                  </a:cubicBezTo>
                  <a:cubicBezTo>
                    <a:pt x="10514" y="8240"/>
                    <a:pt x="8228" y="10514"/>
                    <a:pt x="5418" y="10514"/>
                  </a:cubicBezTo>
                  <a:cubicBezTo>
                    <a:pt x="2608" y="10514"/>
                    <a:pt x="334" y="8240"/>
                    <a:pt x="334" y="5430"/>
                  </a:cubicBezTo>
                  <a:cubicBezTo>
                    <a:pt x="334" y="2608"/>
                    <a:pt x="2608" y="334"/>
                    <a:pt x="5418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3" y="10859"/>
                    <a:pt x="8252" y="10300"/>
                    <a:pt x="9276" y="9264"/>
                  </a:cubicBezTo>
                  <a:cubicBezTo>
                    <a:pt x="10300" y="8240"/>
                    <a:pt x="10871" y="6871"/>
                    <a:pt x="10871" y="5430"/>
                  </a:cubicBezTo>
                  <a:cubicBezTo>
                    <a:pt x="10871" y="3989"/>
                    <a:pt x="10300" y="2620"/>
                    <a:pt x="9276" y="1584"/>
                  </a:cubicBezTo>
                  <a:cubicBezTo>
                    <a:pt x="8252" y="560"/>
                    <a:pt x="6883" y="1"/>
                    <a:pt x="5430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3" name="Google Shape;1773;p46"/>
            <p:cNvSpPr/>
            <p:nvPr/>
          </p:nvSpPr>
          <p:spPr>
            <a:xfrm>
              <a:off x="3368074" y="3882537"/>
              <a:ext cx="215298" cy="215298"/>
            </a:xfrm>
            <a:custGeom>
              <a:avLst/>
              <a:gdLst/>
              <a:ahLst/>
              <a:cxnLst/>
              <a:rect l="l" t="t" r="r" b="b"/>
              <a:pathLst>
                <a:path w="6764" h="6764" extrusionOk="0">
                  <a:moveTo>
                    <a:pt x="5335" y="346"/>
                  </a:moveTo>
                  <a:cubicBezTo>
                    <a:pt x="5930" y="346"/>
                    <a:pt x="6418" y="834"/>
                    <a:pt x="6418" y="1429"/>
                  </a:cubicBezTo>
                  <a:lnTo>
                    <a:pt x="6418" y="5335"/>
                  </a:lnTo>
                  <a:cubicBezTo>
                    <a:pt x="6418" y="5930"/>
                    <a:pt x="5930" y="6418"/>
                    <a:pt x="5335" y="6418"/>
                  </a:cubicBezTo>
                  <a:lnTo>
                    <a:pt x="1429" y="6418"/>
                  </a:lnTo>
                  <a:cubicBezTo>
                    <a:pt x="834" y="6418"/>
                    <a:pt x="346" y="5930"/>
                    <a:pt x="346" y="5335"/>
                  </a:cubicBezTo>
                  <a:lnTo>
                    <a:pt x="346" y="1429"/>
                  </a:lnTo>
                  <a:cubicBezTo>
                    <a:pt x="346" y="834"/>
                    <a:pt x="834" y="346"/>
                    <a:pt x="1429" y="346"/>
                  </a:cubicBezTo>
                  <a:close/>
                  <a:moveTo>
                    <a:pt x="1429" y="1"/>
                  </a:moveTo>
                  <a:cubicBezTo>
                    <a:pt x="644" y="1"/>
                    <a:pt x="1" y="644"/>
                    <a:pt x="1" y="1429"/>
                  </a:cubicBezTo>
                  <a:lnTo>
                    <a:pt x="1" y="5335"/>
                  </a:lnTo>
                  <a:cubicBezTo>
                    <a:pt x="1" y="6120"/>
                    <a:pt x="644" y="6763"/>
                    <a:pt x="1429" y="6763"/>
                  </a:cubicBezTo>
                  <a:lnTo>
                    <a:pt x="5335" y="6763"/>
                  </a:lnTo>
                  <a:cubicBezTo>
                    <a:pt x="6121" y="6763"/>
                    <a:pt x="6763" y="6120"/>
                    <a:pt x="6763" y="5335"/>
                  </a:cubicBezTo>
                  <a:lnTo>
                    <a:pt x="6763" y="1429"/>
                  </a:lnTo>
                  <a:cubicBezTo>
                    <a:pt x="6763" y="644"/>
                    <a:pt x="6121" y="1"/>
                    <a:pt x="5335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4" name="Google Shape;1774;p46"/>
            <p:cNvSpPr/>
            <p:nvPr/>
          </p:nvSpPr>
          <p:spPr>
            <a:xfrm>
              <a:off x="3418143" y="3933656"/>
              <a:ext cx="114811" cy="112742"/>
            </a:xfrm>
            <a:custGeom>
              <a:avLst/>
              <a:gdLst/>
              <a:ahLst/>
              <a:cxnLst/>
              <a:rect l="l" t="t" r="r" b="b"/>
              <a:pathLst>
                <a:path w="3607" h="3542" extrusionOk="0">
                  <a:moveTo>
                    <a:pt x="1822" y="0"/>
                  </a:moveTo>
                  <a:cubicBezTo>
                    <a:pt x="812" y="0"/>
                    <a:pt x="1" y="851"/>
                    <a:pt x="59" y="1859"/>
                  </a:cubicBezTo>
                  <a:cubicBezTo>
                    <a:pt x="95" y="2776"/>
                    <a:pt x="833" y="3502"/>
                    <a:pt x="1726" y="3538"/>
                  </a:cubicBezTo>
                  <a:cubicBezTo>
                    <a:pt x="1764" y="3541"/>
                    <a:pt x="1802" y="3542"/>
                    <a:pt x="1840" y="3542"/>
                  </a:cubicBezTo>
                  <a:cubicBezTo>
                    <a:pt x="2178" y="3542"/>
                    <a:pt x="2494" y="3447"/>
                    <a:pt x="2762" y="3276"/>
                  </a:cubicBezTo>
                  <a:cubicBezTo>
                    <a:pt x="2857" y="3217"/>
                    <a:pt x="2869" y="3086"/>
                    <a:pt x="2797" y="3014"/>
                  </a:cubicBezTo>
                  <a:cubicBezTo>
                    <a:pt x="2761" y="2978"/>
                    <a:pt x="2711" y="2964"/>
                    <a:pt x="2664" y="2964"/>
                  </a:cubicBezTo>
                  <a:cubicBezTo>
                    <a:pt x="2634" y="2964"/>
                    <a:pt x="2606" y="2969"/>
                    <a:pt x="2583" y="2979"/>
                  </a:cubicBezTo>
                  <a:cubicBezTo>
                    <a:pt x="2380" y="3096"/>
                    <a:pt x="2149" y="3185"/>
                    <a:pt x="1897" y="3185"/>
                  </a:cubicBezTo>
                  <a:cubicBezTo>
                    <a:pt x="1868" y="3185"/>
                    <a:pt x="1839" y="3183"/>
                    <a:pt x="1809" y="3181"/>
                  </a:cubicBezTo>
                  <a:cubicBezTo>
                    <a:pt x="1023" y="3169"/>
                    <a:pt x="380" y="2514"/>
                    <a:pt x="392" y="1716"/>
                  </a:cubicBezTo>
                  <a:cubicBezTo>
                    <a:pt x="426" y="948"/>
                    <a:pt x="1028" y="330"/>
                    <a:pt x="1792" y="330"/>
                  </a:cubicBezTo>
                  <a:cubicBezTo>
                    <a:pt x="1833" y="330"/>
                    <a:pt x="1874" y="332"/>
                    <a:pt x="1916" y="335"/>
                  </a:cubicBezTo>
                  <a:cubicBezTo>
                    <a:pt x="2619" y="371"/>
                    <a:pt x="3190" y="943"/>
                    <a:pt x="3250" y="1633"/>
                  </a:cubicBezTo>
                  <a:cubicBezTo>
                    <a:pt x="3285" y="1919"/>
                    <a:pt x="3214" y="2193"/>
                    <a:pt x="3095" y="2431"/>
                  </a:cubicBezTo>
                  <a:cubicBezTo>
                    <a:pt x="3059" y="2490"/>
                    <a:pt x="3059" y="2574"/>
                    <a:pt x="3119" y="2633"/>
                  </a:cubicBezTo>
                  <a:cubicBezTo>
                    <a:pt x="3149" y="2663"/>
                    <a:pt x="3191" y="2678"/>
                    <a:pt x="3234" y="2678"/>
                  </a:cubicBezTo>
                  <a:cubicBezTo>
                    <a:pt x="3295" y="2678"/>
                    <a:pt x="3358" y="2648"/>
                    <a:pt x="3393" y="2586"/>
                  </a:cubicBezTo>
                  <a:cubicBezTo>
                    <a:pt x="3536" y="2324"/>
                    <a:pt x="3607" y="2014"/>
                    <a:pt x="3583" y="1669"/>
                  </a:cubicBezTo>
                  <a:cubicBezTo>
                    <a:pt x="3536" y="764"/>
                    <a:pt x="2797" y="50"/>
                    <a:pt x="1904" y="2"/>
                  </a:cubicBezTo>
                  <a:cubicBezTo>
                    <a:pt x="1877" y="1"/>
                    <a:pt x="1849" y="0"/>
                    <a:pt x="1822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5" name="Google Shape;1775;p46"/>
            <p:cNvSpPr/>
            <p:nvPr/>
          </p:nvSpPr>
          <p:spPr>
            <a:xfrm>
              <a:off x="3519298" y="3910197"/>
              <a:ext cx="29570" cy="29220"/>
            </a:xfrm>
            <a:custGeom>
              <a:avLst/>
              <a:gdLst/>
              <a:ahLst/>
              <a:cxnLst/>
              <a:rect l="l" t="t" r="r" b="b"/>
              <a:pathLst>
                <a:path w="929" h="918" extrusionOk="0">
                  <a:moveTo>
                    <a:pt x="465" y="1"/>
                  </a:moveTo>
                  <a:cubicBezTo>
                    <a:pt x="203" y="1"/>
                    <a:pt x="0" y="203"/>
                    <a:pt x="0" y="453"/>
                  </a:cubicBezTo>
                  <a:cubicBezTo>
                    <a:pt x="0" y="715"/>
                    <a:pt x="203" y="918"/>
                    <a:pt x="465" y="918"/>
                  </a:cubicBezTo>
                  <a:cubicBezTo>
                    <a:pt x="715" y="918"/>
                    <a:pt x="929" y="715"/>
                    <a:pt x="929" y="453"/>
                  </a:cubicBezTo>
                  <a:cubicBezTo>
                    <a:pt x="929" y="203"/>
                    <a:pt x="715" y="1"/>
                    <a:pt x="465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76" name="Google Shape;1776;p46"/>
          <p:cNvGrpSpPr/>
          <p:nvPr/>
        </p:nvGrpSpPr>
        <p:grpSpPr>
          <a:xfrm>
            <a:off x="4263368" y="4677916"/>
            <a:ext cx="268782" cy="268485"/>
            <a:chOff x="3752358" y="3817349"/>
            <a:chExt cx="346056" cy="345674"/>
          </a:xfrm>
        </p:grpSpPr>
        <p:sp>
          <p:nvSpPr>
            <p:cNvPr id="1777" name="Google Shape;1777;p46"/>
            <p:cNvSpPr/>
            <p:nvPr/>
          </p:nvSpPr>
          <p:spPr>
            <a:xfrm>
              <a:off x="3752358" y="3817349"/>
              <a:ext cx="346056" cy="345674"/>
            </a:xfrm>
            <a:custGeom>
              <a:avLst/>
              <a:gdLst/>
              <a:ahLst/>
              <a:cxnLst/>
              <a:rect l="l" t="t" r="r" b="b"/>
              <a:pathLst>
                <a:path w="10872" h="10860" extrusionOk="0">
                  <a:moveTo>
                    <a:pt x="5430" y="334"/>
                  </a:moveTo>
                  <a:cubicBezTo>
                    <a:pt x="8252" y="334"/>
                    <a:pt x="10526" y="2608"/>
                    <a:pt x="10526" y="5430"/>
                  </a:cubicBezTo>
                  <a:cubicBezTo>
                    <a:pt x="10526" y="8240"/>
                    <a:pt x="8228" y="10514"/>
                    <a:pt x="5430" y="10514"/>
                  </a:cubicBezTo>
                  <a:cubicBezTo>
                    <a:pt x="2620" y="10514"/>
                    <a:pt x="346" y="8240"/>
                    <a:pt x="346" y="5430"/>
                  </a:cubicBezTo>
                  <a:cubicBezTo>
                    <a:pt x="346" y="2608"/>
                    <a:pt x="2620" y="334"/>
                    <a:pt x="5430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2" y="10859"/>
                    <a:pt x="8252" y="10300"/>
                    <a:pt x="9276" y="9264"/>
                  </a:cubicBezTo>
                  <a:cubicBezTo>
                    <a:pt x="10300" y="8240"/>
                    <a:pt x="10871" y="6871"/>
                    <a:pt x="10871" y="5430"/>
                  </a:cubicBezTo>
                  <a:cubicBezTo>
                    <a:pt x="10871" y="3989"/>
                    <a:pt x="10300" y="2620"/>
                    <a:pt x="9276" y="1584"/>
                  </a:cubicBezTo>
                  <a:cubicBezTo>
                    <a:pt x="8252" y="560"/>
                    <a:pt x="6882" y="1"/>
                    <a:pt x="5430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8" name="Google Shape;1778;p46"/>
            <p:cNvSpPr/>
            <p:nvPr/>
          </p:nvSpPr>
          <p:spPr>
            <a:xfrm>
              <a:off x="3831933" y="3955682"/>
              <a:ext cx="47809" cy="120540"/>
            </a:xfrm>
            <a:custGeom>
              <a:avLst/>
              <a:gdLst/>
              <a:ahLst/>
              <a:cxnLst/>
              <a:rect l="l" t="t" r="r" b="b"/>
              <a:pathLst>
                <a:path w="1502" h="3787" extrusionOk="0">
                  <a:moveTo>
                    <a:pt x="1168" y="346"/>
                  </a:moveTo>
                  <a:lnTo>
                    <a:pt x="1168" y="3430"/>
                  </a:lnTo>
                  <a:lnTo>
                    <a:pt x="358" y="3430"/>
                  </a:lnTo>
                  <a:lnTo>
                    <a:pt x="358" y="346"/>
                  </a:lnTo>
                  <a:close/>
                  <a:moveTo>
                    <a:pt x="180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72" y="3787"/>
                    <a:pt x="180" y="3787"/>
                  </a:cubicBezTo>
                  <a:lnTo>
                    <a:pt x="1323" y="3787"/>
                  </a:lnTo>
                  <a:cubicBezTo>
                    <a:pt x="1418" y="3787"/>
                    <a:pt x="1501" y="3715"/>
                    <a:pt x="1501" y="3608"/>
                  </a:cubicBezTo>
                  <a:lnTo>
                    <a:pt x="1501" y="179"/>
                  </a:lnTo>
                  <a:cubicBezTo>
                    <a:pt x="1501" y="72"/>
                    <a:pt x="1430" y="1"/>
                    <a:pt x="1323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9" name="Google Shape;1779;p46"/>
            <p:cNvSpPr/>
            <p:nvPr/>
          </p:nvSpPr>
          <p:spPr>
            <a:xfrm>
              <a:off x="3824739" y="3890112"/>
              <a:ext cx="55002" cy="55002"/>
            </a:xfrm>
            <a:custGeom>
              <a:avLst/>
              <a:gdLst/>
              <a:ahLst/>
              <a:cxnLst/>
              <a:rect l="l" t="t" r="r" b="b"/>
              <a:pathLst>
                <a:path w="1728" h="1728" extrusionOk="0">
                  <a:moveTo>
                    <a:pt x="870" y="334"/>
                  </a:moveTo>
                  <a:cubicBezTo>
                    <a:pt x="1156" y="334"/>
                    <a:pt x="1394" y="572"/>
                    <a:pt x="1394" y="846"/>
                  </a:cubicBezTo>
                  <a:cubicBezTo>
                    <a:pt x="1394" y="1132"/>
                    <a:pt x="1156" y="1370"/>
                    <a:pt x="870" y="1370"/>
                  </a:cubicBezTo>
                  <a:cubicBezTo>
                    <a:pt x="584" y="1370"/>
                    <a:pt x="346" y="1132"/>
                    <a:pt x="346" y="846"/>
                  </a:cubicBezTo>
                  <a:cubicBezTo>
                    <a:pt x="346" y="572"/>
                    <a:pt x="584" y="334"/>
                    <a:pt x="870" y="334"/>
                  </a:cubicBezTo>
                  <a:close/>
                  <a:moveTo>
                    <a:pt x="870" y="1"/>
                  </a:moveTo>
                  <a:cubicBezTo>
                    <a:pt x="394" y="1"/>
                    <a:pt x="1" y="394"/>
                    <a:pt x="1" y="870"/>
                  </a:cubicBezTo>
                  <a:cubicBezTo>
                    <a:pt x="1" y="1346"/>
                    <a:pt x="394" y="1727"/>
                    <a:pt x="870" y="1727"/>
                  </a:cubicBezTo>
                  <a:cubicBezTo>
                    <a:pt x="1346" y="1727"/>
                    <a:pt x="1727" y="1334"/>
                    <a:pt x="1727" y="870"/>
                  </a:cubicBezTo>
                  <a:cubicBezTo>
                    <a:pt x="1727" y="394"/>
                    <a:pt x="1346" y="1"/>
                    <a:pt x="870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0" name="Google Shape;1780;p46"/>
            <p:cNvSpPr/>
            <p:nvPr/>
          </p:nvSpPr>
          <p:spPr>
            <a:xfrm>
              <a:off x="3904696" y="3955682"/>
              <a:ext cx="128148" cy="120540"/>
            </a:xfrm>
            <a:custGeom>
              <a:avLst/>
              <a:gdLst/>
              <a:ahLst/>
              <a:cxnLst/>
              <a:rect l="l" t="t" r="r" b="b"/>
              <a:pathLst>
                <a:path w="4026" h="3787" extrusionOk="0">
                  <a:moveTo>
                    <a:pt x="191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84" y="3787"/>
                    <a:pt x="191" y="3787"/>
                  </a:cubicBezTo>
                  <a:lnTo>
                    <a:pt x="1334" y="3787"/>
                  </a:lnTo>
                  <a:cubicBezTo>
                    <a:pt x="1418" y="3787"/>
                    <a:pt x="1513" y="3715"/>
                    <a:pt x="1513" y="3608"/>
                  </a:cubicBezTo>
                  <a:lnTo>
                    <a:pt x="1513" y="2382"/>
                  </a:lnTo>
                  <a:cubicBezTo>
                    <a:pt x="1513" y="1977"/>
                    <a:pt x="1596" y="1501"/>
                    <a:pt x="2037" y="1501"/>
                  </a:cubicBezTo>
                  <a:cubicBezTo>
                    <a:pt x="2347" y="1501"/>
                    <a:pt x="2477" y="1763"/>
                    <a:pt x="2525" y="2060"/>
                  </a:cubicBezTo>
                  <a:cubicBezTo>
                    <a:pt x="2537" y="2156"/>
                    <a:pt x="2608" y="2215"/>
                    <a:pt x="2692" y="2215"/>
                  </a:cubicBezTo>
                  <a:cubicBezTo>
                    <a:pt x="2787" y="2215"/>
                    <a:pt x="2870" y="2120"/>
                    <a:pt x="2847" y="2025"/>
                  </a:cubicBezTo>
                  <a:cubicBezTo>
                    <a:pt x="2763" y="1465"/>
                    <a:pt x="2477" y="1155"/>
                    <a:pt x="2013" y="1155"/>
                  </a:cubicBezTo>
                  <a:cubicBezTo>
                    <a:pt x="1465" y="1155"/>
                    <a:pt x="1156" y="1608"/>
                    <a:pt x="1156" y="2382"/>
                  </a:cubicBezTo>
                  <a:lnTo>
                    <a:pt x="1156" y="3430"/>
                  </a:lnTo>
                  <a:lnTo>
                    <a:pt x="346" y="3430"/>
                  </a:lnTo>
                  <a:lnTo>
                    <a:pt x="346" y="358"/>
                  </a:lnTo>
                  <a:lnTo>
                    <a:pt x="918" y="358"/>
                  </a:lnTo>
                  <a:lnTo>
                    <a:pt x="918" y="572"/>
                  </a:lnTo>
                  <a:cubicBezTo>
                    <a:pt x="918" y="632"/>
                    <a:pt x="930" y="679"/>
                    <a:pt x="977" y="715"/>
                  </a:cubicBezTo>
                  <a:cubicBezTo>
                    <a:pt x="1007" y="733"/>
                    <a:pt x="1043" y="742"/>
                    <a:pt x="1078" y="742"/>
                  </a:cubicBezTo>
                  <a:cubicBezTo>
                    <a:pt x="1114" y="742"/>
                    <a:pt x="1150" y="733"/>
                    <a:pt x="1180" y="715"/>
                  </a:cubicBezTo>
                  <a:cubicBezTo>
                    <a:pt x="1477" y="477"/>
                    <a:pt x="1835" y="358"/>
                    <a:pt x="2227" y="358"/>
                  </a:cubicBezTo>
                  <a:cubicBezTo>
                    <a:pt x="3204" y="358"/>
                    <a:pt x="3656" y="1191"/>
                    <a:pt x="3656" y="2001"/>
                  </a:cubicBezTo>
                  <a:lnTo>
                    <a:pt x="3656" y="3430"/>
                  </a:lnTo>
                  <a:lnTo>
                    <a:pt x="2847" y="3430"/>
                  </a:lnTo>
                  <a:lnTo>
                    <a:pt x="2847" y="2870"/>
                  </a:lnTo>
                  <a:cubicBezTo>
                    <a:pt x="2847" y="2775"/>
                    <a:pt x="2775" y="2703"/>
                    <a:pt x="2692" y="2703"/>
                  </a:cubicBezTo>
                  <a:cubicBezTo>
                    <a:pt x="2597" y="2703"/>
                    <a:pt x="2525" y="2775"/>
                    <a:pt x="2525" y="2870"/>
                  </a:cubicBezTo>
                  <a:lnTo>
                    <a:pt x="2525" y="3596"/>
                  </a:lnTo>
                  <a:cubicBezTo>
                    <a:pt x="2525" y="3691"/>
                    <a:pt x="2597" y="3775"/>
                    <a:pt x="2704" y="3775"/>
                  </a:cubicBezTo>
                  <a:lnTo>
                    <a:pt x="3847" y="3775"/>
                  </a:lnTo>
                  <a:cubicBezTo>
                    <a:pt x="3942" y="3775"/>
                    <a:pt x="4025" y="3703"/>
                    <a:pt x="4025" y="3596"/>
                  </a:cubicBezTo>
                  <a:lnTo>
                    <a:pt x="4025" y="1989"/>
                  </a:lnTo>
                  <a:cubicBezTo>
                    <a:pt x="4025" y="810"/>
                    <a:pt x="3299" y="1"/>
                    <a:pt x="2239" y="1"/>
                  </a:cubicBezTo>
                  <a:cubicBezTo>
                    <a:pt x="1894" y="1"/>
                    <a:pt x="1573" y="84"/>
                    <a:pt x="1275" y="251"/>
                  </a:cubicBezTo>
                  <a:lnTo>
                    <a:pt x="1275" y="179"/>
                  </a:lnTo>
                  <a:cubicBezTo>
                    <a:pt x="1275" y="84"/>
                    <a:pt x="1204" y="1"/>
                    <a:pt x="1096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81" name="Google Shape;1781;p46"/>
          <p:cNvGrpSpPr/>
          <p:nvPr/>
        </p:nvGrpSpPr>
        <p:grpSpPr>
          <a:xfrm>
            <a:off x="4612176" y="4677916"/>
            <a:ext cx="268757" cy="268485"/>
            <a:chOff x="4201447" y="3817349"/>
            <a:chExt cx="346024" cy="345674"/>
          </a:xfrm>
        </p:grpSpPr>
        <p:sp>
          <p:nvSpPr>
            <p:cNvPr id="1782" name="Google Shape;1782;p46"/>
            <p:cNvSpPr/>
            <p:nvPr/>
          </p:nvSpPr>
          <p:spPr>
            <a:xfrm>
              <a:off x="4201447" y="3817349"/>
              <a:ext cx="346024" cy="345674"/>
            </a:xfrm>
            <a:custGeom>
              <a:avLst/>
              <a:gdLst/>
              <a:ahLst/>
              <a:cxnLst/>
              <a:rect l="l" t="t" r="r" b="b"/>
              <a:pathLst>
                <a:path w="10871" h="10860" extrusionOk="0">
                  <a:moveTo>
                    <a:pt x="5430" y="334"/>
                  </a:moveTo>
                  <a:cubicBezTo>
                    <a:pt x="8252" y="334"/>
                    <a:pt x="10526" y="2608"/>
                    <a:pt x="10526" y="5430"/>
                  </a:cubicBezTo>
                  <a:cubicBezTo>
                    <a:pt x="10526" y="8240"/>
                    <a:pt x="8252" y="10514"/>
                    <a:pt x="5430" y="10514"/>
                  </a:cubicBezTo>
                  <a:cubicBezTo>
                    <a:pt x="2620" y="10514"/>
                    <a:pt x="346" y="8240"/>
                    <a:pt x="346" y="5430"/>
                  </a:cubicBezTo>
                  <a:cubicBezTo>
                    <a:pt x="346" y="2608"/>
                    <a:pt x="2620" y="334"/>
                    <a:pt x="5430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2" y="10859"/>
                    <a:pt x="8252" y="10300"/>
                    <a:pt x="9276" y="9264"/>
                  </a:cubicBezTo>
                  <a:cubicBezTo>
                    <a:pt x="10299" y="8240"/>
                    <a:pt x="10871" y="6871"/>
                    <a:pt x="10871" y="5430"/>
                  </a:cubicBezTo>
                  <a:cubicBezTo>
                    <a:pt x="10871" y="3989"/>
                    <a:pt x="10299" y="2620"/>
                    <a:pt x="9276" y="1584"/>
                  </a:cubicBezTo>
                  <a:cubicBezTo>
                    <a:pt x="8252" y="560"/>
                    <a:pt x="6882" y="1"/>
                    <a:pt x="5430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3" name="Google Shape;1783;p46"/>
            <p:cNvSpPr/>
            <p:nvPr/>
          </p:nvSpPr>
          <p:spPr>
            <a:xfrm>
              <a:off x="4271569" y="3904531"/>
              <a:ext cx="227394" cy="185728"/>
            </a:xfrm>
            <a:custGeom>
              <a:avLst/>
              <a:gdLst/>
              <a:ahLst/>
              <a:cxnLst/>
              <a:rect l="l" t="t" r="r" b="b"/>
              <a:pathLst>
                <a:path w="7144" h="5835" extrusionOk="0">
                  <a:moveTo>
                    <a:pt x="4620" y="0"/>
                  </a:moveTo>
                  <a:cubicBezTo>
                    <a:pt x="3727" y="0"/>
                    <a:pt x="2977" y="691"/>
                    <a:pt x="2905" y="1572"/>
                  </a:cubicBezTo>
                  <a:cubicBezTo>
                    <a:pt x="2727" y="1548"/>
                    <a:pt x="2358" y="1441"/>
                    <a:pt x="2262" y="1405"/>
                  </a:cubicBezTo>
                  <a:cubicBezTo>
                    <a:pt x="1643" y="1203"/>
                    <a:pt x="1072" y="810"/>
                    <a:pt x="631" y="322"/>
                  </a:cubicBezTo>
                  <a:cubicBezTo>
                    <a:pt x="596" y="298"/>
                    <a:pt x="572" y="274"/>
                    <a:pt x="524" y="262"/>
                  </a:cubicBezTo>
                  <a:cubicBezTo>
                    <a:pt x="517" y="261"/>
                    <a:pt x="509" y="260"/>
                    <a:pt x="501" y="260"/>
                  </a:cubicBezTo>
                  <a:cubicBezTo>
                    <a:pt x="436" y="260"/>
                    <a:pt x="367" y="304"/>
                    <a:pt x="346" y="357"/>
                  </a:cubicBezTo>
                  <a:cubicBezTo>
                    <a:pt x="238" y="572"/>
                    <a:pt x="179" y="810"/>
                    <a:pt x="179" y="1048"/>
                  </a:cubicBezTo>
                  <a:cubicBezTo>
                    <a:pt x="179" y="1393"/>
                    <a:pt x="286" y="1727"/>
                    <a:pt x="476" y="1977"/>
                  </a:cubicBezTo>
                  <a:cubicBezTo>
                    <a:pt x="466" y="1975"/>
                    <a:pt x="456" y="1974"/>
                    <a:pt x="446" y="1974"/>
                  </a:cubicBezTo>
                  <a:cubicBezTo>
                    <a:pt x="397" y="1974"/>
                    <a:pt x="349" y="1997"/>
                    <a:pt x="310" y="2036"/>
                  </a:cubicBezTo>
                  <a:cubicBezTo>
                    <a:pt x="286" y="2060"/>
                    <a:pt x="286" y="2108"/>
                    <a:pt x="274" y="2143"/>
                  </a:cubicBezTo>
                  <a:lnTo>
                    <a:pt x="274" y="2203"/>
                  </a:lnTo>
                  <a:cubicBezTo>
                    <a:pt x="274" y="2655"/>
                    <a:pt x="476" y="3072"/>
                    <a:pt x="822" y="3358"/>
                  </a:cubicBezTo>
                  <a:cubicBezTo>
                    <a:pt x="786" y="3370"/>
                    <a:pt x="774" y="3405"/>
                    <a:pt x="762" y="3417"/>
                  </a:cubicBezTo>
                  <a:cubicBezTo>
                    <a:pt x="750" y="3465"/>
                    <a:pt x="727" y="3513"/>
                    <a:pt x="750" y="3548"/>
                  </a:cubicBezTo>
                  <a:cubicBezTo>
                    <a:pt x="893" y="4024"/>
                    <a:pt x="1262" y="4405"/>
                    <a:pt x="1727" y="4548"/>
                  </a:cubicBezTo>
                  <a:cubicBezTo>
                    <a:pt x="1310" y="4798"/>
                    <a:pt x="834" y="4941"/>
                    <a:pt x="334" y="4941"/>
                  </a:cubicBezTo>
                  <a:lnTo>
                    <a:pt x="191" y="4941"/>
                  </a:lnTo>
                  <a:cubicBezTo>
                    <a:pt x="107" y="4941"/>
                    <a:pt x="36" y="5001"/>
                    <a:pt x="12" y="5084"/>
                  </a:cubicBezTo>
                  <a:cubicBezTo>
                    <a:pt x="0" y="5156"/>
                    <a:pt x="48" y="5239"/>
                    <a:pt x="107" y="5263"/>
                  </a:cubicBezTo>
                  <a:cubicBezTo>
                    <a:pt x="727" y="5632"/>
                    <a:pt x="1465" y="5834"/>
                    <a:pt x="2191" y="5834"/>
                  </a:cubicBezTo>
                  <a:cubicBezTo>
                    <a:pt x="3072" y="5834"/>
                    <a:pt x="3905" y="5560"/>
                    <a:pt x="4596" y="5060"/>
                  </a:cubicBezTo>
                  <a:cubicBezTo>
                    <a:pt x="4691" y="5001"/>
                    <a:pt x="4691" y="4858"/>
                    <a:pt x="4620" y="4786"/>
                  </a:cubicBezTo>
                  <a:cubicBezTo>
                    <a:pt x="4587" y="4754"/>
                    <a:pt x="4544" y="4735"/>
                    <a:pt x="4499" y="4735"/>
                  </a:cubicBezTo>
                  <a:cubicBezTo>
                    <a:pt x="4463" y="4735"/>
                    <a:pt x="4426" y="4748"/>
                    <a:pt x="4394" y="4775"/>
                  </a:cubicBezTo>
                  <a:cubicBezTo>
                    <a:pt x="3763" y="5215"/>
                    <a:pt x="3013" y="5489"/>
                    <a:pt x="2191" y="5489"/>
                  </a:cubicBezTo>
                  <a:cubicBezTo>
                    <a:pt x="1727" y="5489"/>
                    <a:pt x="1262" y="5394"/>
                    <a:pt x="846" y="5239"/>
                  </a:cubicBezTo>
                  <a:cubicBezTo>
                    <a:pt x="1369" y="5144"/>
                    <a:pt x="1846" y="4917"/>
                    <a:pt x="2262" y="4584"/>
                  </a:cubicBezTo>
                  <a:cubicBezTo>
                    <a:pt x="2310" y="4536"/>
                    <a:pt x="2334" y="4477"/>
                    <a:pt x="2322" y="4417"/>
                  </a:cubicBezTo>
                  <a:cubicBezTo>
                    <a:pt x="2310" y="4346"/>
                    <a:pt x="2239" y="4286"/>
                    <a:pt x="2155" y="4286"/>
                  </a:cubicBezTo>
                  <a:cubicBezTo>
                    <a:pt x="1739" y="4263"/>
                    <a:pt x="1369" y="4048"/>
                    <a:pt x="1167" y="3691"/>
                  </a:cubicBezTo>
                  <a:cubicBezTo>
                    <a:pt x="1250" y="3691"/>
                    <a:pt x="1358" y="3667"/>
                    <a:pt x="1441" y="3643"/>
                  </a:cubicBezTo>
                  <a:cubicBezTo>
                    <a:pt x="1524" y="3632"/>
                    <a:pt x="1584" y="3572"/>
                    <a:pt x="1584" y="3489"/>
                  </a:cubicBezTo>
                  <a:cubicBezTo>
                    <a:pt x="1596" y="3405"/>
                    <a:pt x="1536" y="3334"/>
                    <a:pt x="1441" y="3298"/>
                  </a:cubicBezTo>
                  <a:cubicBezTo>
                    <a:pt x="1000" y="3191"/>
                    <a:pt x="667" y="2822"/>
                    <a:pt x="596" y="2381"/>
                  </a:cubicBezTo>
                  <a:lnTo>
                    <a:pt x="596" y="2381"/>
                  </a:lnTo>
                  <a:cubicBezTo>
                    <a:pt x="727" y="2405"/>
                    <a:pt x="869" y="2417"/>
                    <a:pt x="1000" y="2417"/>
                  </a:cubicBezTo>
                  <a:cubicBezTo>
                    <a:pt x="1084" y="2417"/>
                    <a:pt x="1143" y="2358"/>
                    <a:pt x="1167" y="2274"/>
                  </a:cubicBezTo>
                  <a:cubicBezTo>
                    <a:pt x="1179" y="2203"/>
                    <a:pt x="1131" y="2143"/>
                    <a:pt x="1072" y="2108"/>
                  </a:cubicBezTo>
                  <a:cubicBezTo>
                    <a:pt x="703" y="1881"/>
                    <a:pt x="476" y="1488"/>
                    <a:pt x="476" y="1048"/>
                  </a:cubicBezTo>
                  <a:cubicBezTo>
                    <a:pt x="476" y="953"/>
                    <a:pt x="488" y="846"/>
                    <a:pt x="524" y="738"/>
                  </a:cubicBezTo>
                  <a:cubicBezTo>
                    <a:pt x="965" y="1191"/>
                    <a:pt x="1524" y="1524"/>
                    <a:pt x="2120" y="1727"/>
                  </a:cubicBezTo>
                  <a:cubicBezTo>
                    <a:pt x="2120" y="1727"/>
                    <a:pt x="2715" y="1905"/>
                    <a:pt x="2929" y="1917"/>
                  </a:cubicBezTo>
                  <a:lnTo>
                    <a:pt x="3024" y="1917"/>
                  </a:lnTo>
                  <a:cubicBezTo>
                    <a:pt x="3096" y="1917"/>
                    <a:pt x="3167" y="1869"/>
                    <a:pt x="3191" y="1798"/>
                  </a:cubicBezTo>
                  <a:cubicBezTo>
                    <a:pt x="3203" y="1786"/>
                    <a:pt x="3203" y="1750"/>
                    <a:pt x="3203" y="1738"/>
                  </a:cubicBezTo>
                  <a:lnTo>
                    <a:pt x="3203" y="1703"/>
                  </a:lnTo>
                  <a:cubicBezTo>
                    <a:pt x="3203" y="953"/>
                    <a:pt x="3810" y="334"/>
                    <a:pt x="4572" y="334"/>
                  </a:cubicBezTo>
                  <a:cubicBezTo>
                    <a:pt x="4941" y="334"/>
                    <a:pt x="5287" y="488"/>
                    <a:pt x="5549" y="750"/>
                  </a:cubicBezTo>
                  <a:cubicBezTo>
                    <a:pt x="5585" y="787"/>
                    <a:pt x="5621" y="802"/>
                    <a:pt x="5663" y="802"/>
                  </a:cubicBezTo>
                  <a:cubicBezTo>
                    <a:pt x="5676" y="802"/>
                    <a:pt x="5689" y="801"/>
                    <a:pt x="5703" y="798"/>
                  </a:cubicBezTo>
                  <a:cubicBezTo>
                    <a:pt x="5882" y="762"/>
                    <a:pt x="6049" y="738"/>
                    <a:pt x="6203" y="679"/>
                  </a:cubicBezTo>
                  <a:lnTo>
                    <a:pt x="6203" y="679"/>
                  </a:lnTo>
                  <a:cubicBezTo>
                    <a:pt x="6120" y="762"/>
                    <a:pt x="6013" y="857"/>
                    <a:pt x="5894" y="917"/>
                  </a:cubicBezTo>
                  <a:cubicBezTo>
                    <a:pt x="5822" y="965"/>
                    <a:pt x="5787" y="1048"/>
                    <a:pt x="5822" y="1143"/>
                  </a:cubicBezTo>
                  <a:cubicBezTo>
                    <a:pt x="5846" y="1203"/>
                    <a:pt x="5930" y="1250"/>
                    <a:pt x="6001" y="1250"/>
                  </a:cubicBezTo>
                  <a:cubicBezTo>
                    <a:pt x="6144" y="1227"/>
                    <a:pt x="6287" y="1215"/>
                    <a:pt x="6418" y="1167"/>
                  </a:cubicBezTo>
                  <a:lnTo>
                    <a:pt x="6418" y="1167"/>
                  </a:lnTo>
                  <a:cubicBezTo>
                    <a:pt x="6299" y="1286"/>
                    <a:pt x="6168" y="1405"/>
                    <a:pt x="6013" y="1512"/>
                  </a:cubicBezTo>
                  <a:cubicBezTo>
                    <a:pt x="5965" y="1548"/>
                    <a:pt x="5941" y="1608"/>
                    <a:pt x="5941" y="1655"/>
                  </a:cubicBezTo>
                  <a:lnTo>
                    <a:pt x="5941" y="1679"/>
                  </a:lnTo>
                  <a:lnTo>
                    <a:pt x="5941" y="1703"/>
                  </a:lnTo>
                  <a:lnTo>
                    <a:pt x="5941" y="1727"/>
                  </a:lnTo>
                  <a:cubicBezTo>
                    <a:pt x="5941" y="2691"/>
                    <a:pt x="5572" y="3572"/>
                    <a:pt x="4977" y="4227"/>
                  </a:cubicBezTo>
                  <a:cubicBezTo>
                    <a:pt x="4918" y="4298"/>
                    <a:pt x="4918" y="4405"/>
                    <a:pt x="4977" y="4465"/>
                  </a:cubicBezTo>
                  <a:cubicBezTo>
                    <a:pt x="5011" y="4499"/>
                    <a:pt x="5053" y="4514"/>
                    <a:pt x="5096" y="4514"/>
                  </a:cubicBezTo>
                  <a:cubicBezTo>
                    <a:pt x="5143" y="4514"/>
                    <a:pt x="5190" y="4496"/>
                    <a:pt x="5227" y="4465"/>
                  </a:cubicBezTo>
                  <a:cubicBezTo>
                    <a:pt x="5894" y="3715"/>
                    <a:pt x="6263" y="2762"/>
                    <a:pt x="6287" y="1750"/>
                  </a:cubicBezTo>
                  <a:cubicBezTo>
                    <a:pt x="6596" y="1524"/>
                    <a:pt x="6846" y="1250"/>
                    <a:pt x="7061" y="917"/>
                  </a:cubicBezTo>
                  <a:cubicBezTo>
                    <a:pt x="7144" y="857"/>
                    <a:pt x="7132" y="750"/>
                    <a:pt x="7061" y="715"/>
                  </a:cubicBezTo>
                  <a:cubicBezTo>
                    <a:pt x="7029" y="683"/>
                    <a:pt x="6987" y="667"/>
                    <a:pt x="6937" y="667"/>
                  </a:cubicBezTo>
                  <a:cubicBezTo>
                    <a:pt x="6912" y="667"/>
                    <a:pt x="6886" y="671"/>
                    <a:pt x="6858" y="679"/>
                  </a:cubicBezTo>
                  <a:cubicBezTo>
                    <a:pt x="6775" y="726"/>
                    <a:pt x="6680" y="750"/>
                    <a:pt x="6596" y="786"/>
                  </a:cubicBezTo>
                  <a:cubicBezTo>
                    <a:pt x="6680" y="667"/>
                    <a:pt x="6763" y="512"/>
                    <a:pt x="6823" y="369"/>
                  </a:cubicBezTo>
                  <a:cubicBezTo>
                    <a:pt x="6834" y="310"/>
                    <a:pt x="6834" y="238"/>
                    <a:pt x="6787" y="191"/>
                  </a:cubicBezTo>
                  <a:cubicBezTo>
                    <a:pt x="6750" y="153"/>
                    <a:pt x="6703" y="135"/>
                    <a:pt x="6659" y="135"/>
                  </a:cubicBezTo>
                  <a:cubicBezTo>
                    <a:pt x="6632" y="135"/>
                    <a:pt x="6607" y="142"/>
                    <a:pt x="6584" y="155"/>
                  </a:cubicBezTo>
                  <a:cubicBezTo>
                    <a:pt x="6322" y="310"/>
                    <a:pt x="6061" y="393"/>
                    <a:pt x="5775" y="441"/>
                  </a:cubicBezTo>
                  <a:cubicBezTo>
                    <a:pt x="5465" y="143"/>
                    <a:pt x="5048" y="0"/>
                    <a:pt x="4620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84" name="Google Shape;1784;p46"/>
          <p:cNvGrpSpPr/>
          <p:nvPr/>
        </p:nvGrpSpPr>
        <p:grpSpPr>
          <a:xfrm>
            <a:off x="4960939" y="4677916"/>
            <a:ext cx="268460" cy="268485"/>
            <a:chOff x="5549861" y="3817349"/>
            <a:chExt cx="345642" cy="345674"/>
          </a:xfrm>
        </p:grpSpPr>
        <p:sp>
          <p:nvSpPr>
            <p:cNvPr id="1785" name="Google Shape;1785;p46"/>
            <p:cNvSpPr/>
            <p:nvPr/>
          </p:nvSpPr>
          <p:spPr>
            <a:xfrm>
              <a:off x="5549861" y="3817349"/>
              <a:ext cx="345642" cy="345674"/>
            </a:xfrm>
            <a:custGeom>
              <a:avLst/>
              <a:gdLst/>
              <a:ahLst/>
              <a:cxnLst/>
              <a:rect l="l" t="t" r="r" b="b"/>
              <a:pathLst>
                <a:path w="10859" h="10860" extrusionOk="0">
                  <a:moveTo>
                    <a:pt x="5429" y="334"/>
                  </a:moveTo>
                  <a:cubicBezTo>
                    <a:pt x="8239" y="334"/>
                    <a:pt x="10513" y="2608"/>
                    <a:pt x="10513" y="5430"/>
                  </a:cubicBezTo>
                  <a:cubicBezTo>
                    <a:pt x="10513" y="8240"/>
                    <a:pt x="8227" y="10514"/>
                    <a:pt x="5429" y="10514"/>
                  </a:cubicBezTo>
                  <a:cubicBezTo>
                    <a:pt x="2619" y="10514"/>
                    <a:pt x="333" y="8240"/>
                    <a:pt x="333" y="5430"/>
                  </a:cubicBezTo>
                  <a:cubicBezTo>
                    <a:pt x="333" y="2608"/>
                    <a:pt x="2619" y="334"/>
                    <a:pt x="5429" y="334"/>
                  </a:cubicBezTo>
                  <a:close/>
                  <a:moveTo>
                    <a:pt x="5429" y="1"/>
                  </a:moveTo>
                  <a:cubicBezTo>
                    <a:pt x="3989" y="1"/>
                    <a:pt x="2619" y="560"/>
                    <a:pt x="1584" y="1584"/>
                  </a:cubicBezTo>
                  <a:cubicBezTo>
                    <a:pt x="560" y="2620"/>
                    <a:pt x="0" y="3989"/>
                    <a:pt x="0" y="5430"/>
                  </a:cubicBezTo>
                  <a:cubicBezTo>
                    <a:pt x="0" y="6871"/>
                    <a:pt x="560" y="8240"/>
                    <a:pt x="1584" y="9264"/>
                  </a:cubicBezTo>
                  <a:cubicBezTo>
                    <a:pt x="2619" y="10300"/>
                    <a:pt x="3989" y="10859"/>
                    <a:pt x="5429" y="10859"/>
                  </a:cubicBezTo>
                  <a:cubicBezTo>
                    <a:pt x="6870" y="10859"/>
                    <a:pt x="8239" y="10300"/>
                    <a:pt x="9263" y="9264"/>
                  </a:cubicBezTo>
                  <a:cubicBezTo>
                    <a:pt x="10299" y="8240"/>
                    <a:pt x="10859" y="6871"/>
                    <a:pt x="10859" y="5430"/>
                  </a:cubicBezTo>
                  <a:cubicBezTo>
                    <a:pt x="10859" y="3989"/>
                    <a:pt x="10299" y="2620"/>
                    <a:pt x="9263" y="1584"/>
                  </a:cubicBezTo>
                  <a:cubicBezTo>
                    <a:pt x="8239" y="560"/>
                    <a:pt x="6870" y="1"/>
                    <a:pt x="5429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6" name="Google Shape;1786;p46"/>
            <p:cNvSpPr/>
            <p:nvPr/>
          </p:nvSpPr>
          <p:spPr>
            <a:xfrm>
              <a:off x="5590763" y="3890208"/>
              <a:ext cx="262661" cy="200052"/>
            </a:xfrm>
            <a:custGeom>
              <a:avLst/>
              <a:gdLst/>
              <a:ahLst/>
              <a:cxnLst/>
              <a:rect l="l" t="t" r="r" b="b"/>
              <a:pathLst>
                <a:path w="8252" h="6285" extrusionOk="0">
                  <a:moveTo>
                    <a:pt x="4123" y="1"/>
                  </a:moveTo>
                  <a:cubicBezTo>
                    <a:pt x="3010" y="1"/>
                    <a:pt x="1900" y="63"/>
                    <a:pt x="799" y="188"/>
                  </a:cubicBezTo>
                  <a:cubicBezTo>
                    <a:pt x="513" y="224"/>
                    <a:pt x="287" y="450"/>
                    <a:pt x="239" y="712"/>
                  </a:cubicBezTo>
                  <a:cubicBezTo>
                    <a:pt x="1" y="2319"/>
                    <a:pt x="1" y="3963"/>
                    <a:pt x="239" y="5570"/>
                  </a:cubicBezTo>
                  <a:cubicBezTo>
                    <a:pt x="287" y="5844"/>
                    <a:pt x="513" y="6058"/>
                    <a:pt x="799" y="6082"/>
                  </a:cubicBezTo>
                  <a:cubicBezTo>
                    <a:pt x="1894" y="6201"/>
                    <a:pt x="3013" y="6284"/>
                    <a:pt x="4132" y="6284"/>
                  </a:cubicBezTo>
                  <a:cubicBezTo>
                    <a:pt x="4609" y="6284"/>
                    <a:pt x="5085" y="6260"/>
                    <a:pt x="5561" y="6249"/>
                  </a:cubicBezTo>
                  <a:cubicBezTo>
                    <a:pt x="5644" y="6249"/>
                    <a:pt x="5716" y="6177"/>
                    <a:pt x="5716" y="6070"/>
                  </a:cubicBezTo>
                  <a:cubicBezTo>
                    <a:pt x="5716" y="5963"/>
                    <a:pt x="5633" y="5891"/>
                    <a:pt x="5537" y="5891"/>
                  </a:cubicBezTo>
                  <a:cubicBezTo>
                    <a:pt x="5051" y="5914"/>
                    <a:pt x="4564" y="5925"/>
                    <a:pt x="4076" y="5925"/>
                  </a:cubicBezTo>
                  <a:cubicBezTo>
                    <a:pt x="2998" y="5925"/>
                    <a:pt x="1916" y="5868"/>
                    <a:pt x="834" y="5737"/>
                  </a:cubicBezTo>
                  <a:cubicBezTo>
                    <a:pt x="715" y="5725"/>
                    <a:pt x="620" y="5641"/>
                    <a:pt x="596" y="5498"/>
                  </a:cubicBezTo>
                  <a:cubicBezTo>
                    <a:pt x="382" y="3927"/>
                    <a:pt x="382" y="2319"/>
                    <a:pt x="596" y="736"/>
                  </a:cubicBezTo>
                  <a:cubicBezTo>
                    <a:pt x="620" y="617"/>
                    <a:pt x="715" y="522"/>
                    <a:pt x="834" y="498"/>
                  </a:cubicBezTo>
                  <a:cubicBezTo>
                    <a:pt x="1942" y="379"/>
                    <a:pt x="3037" y="319"/>
                    <a:pt x="4144" y="319"/>
                  </a:cubicBezTo>
                  <a:cubicBezTo>
                    <a:pt x="5240" y="319"/>
                    <a:pt x="6347" y="379"/>
                    <a:pt x="7442" y="498"/>
                  </a:cubicBezTo>
                  <a:cubicBezTo>
                    <a:pt x="7561" y="522"/>
                    <a:pt x="7669" y="605"/>
                    <a:pt x="7680" y="736"/>
                  </a:cubicBezTo>
                  <a:cubicBezTo>
                    <a:pt x="7907" y="2319"/>
                    <a:pt x="7907" y="3927"/>
                    <a:pt x="7680" y="5498"/>
                  </a:cubicBezTo>
                  <a:cubicBezTo>
                    <a:pt x="7669" y="5617"/>
                    <a:pt x="7561" y="5725"/>
                    <a:pt x="7442" y="5737"/>
                  </a:cubicBezTo>
                  <a:cubicBezTo>
                    <a:pt x="7085" y="5784"/>
                    <a:pt x="6752" y="5820"/>
                    <a:pt x="6395" y="5844"/>
                  </a:cubicBezTo>
                  <a:cubicBezTo>
                    <a:pt x="6299" y="5844"/>
                    <a:pt x="6228" y="5927"/>
                    <a:pt x="6228" y="6010"/>
                  </a:cubicBezTo>
                  <a:cubicBezTo>
                    <a:pt x="6228" y="6110"/>
                    <a:pt x="6299" y="6178"/>
                    <a:pt x="6386" y="6178"/>
                  </a:cubicBezTo>
                  <a:cubicBezTo>
                    <a:pt x="6393" y="6178"/>
                    <a:pt x="6399" y="6178"/>
                    <a:pt x="6406" y="6177"/>
                  </a:cubicBezTo>
                  <a:cubicBezTo>
                    <a:pt x="6764" y="6141"/>
                    <a:pt x="7121" y="6118"/>
                    <a:pt x="7478" y="6070"/>
                  </a:cubicBezTo>
                  <a:cubicBezTo>
                    <a:pt x="7764" y="6034"/>
                    <a:pt x="7978" y="5820"/>
                    <a:pt x="8026" y="5546"/>
                  </a:cubicBezTo>
                  <a:cubicBezTo>
                    <a:pt x="8252" y="3963"/>
                    <a:pt x="8252" y="2319"/>
                    <a:pt x="8014" y="712"/>
                  </a:cubicBezTo>
                  <a:cubicBezTo>
                    <a:pt x="7966" y="426"/>
                    <a:pt x="7740" y="224"/>
                    <a:pt x="7466" y="188"/>
                  </a:cubicBezTo>
                  <a:cubicBezTo>
                    <a:pt x="6353" y="63"/>
                    <a:pt x="5237" y="1"/>
                    <a:pt x="4123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7" name="Google Shape;1787;p46"/>
            <p:cNvSpPr/>
            <p:nvPr/>
          </p:nvSpPr>
          <p:spPr>
            <a:xfrm>
              <a:off x="5680587" y="3935024"/>
              <a:ext cx="105389" cy="110514"/>
            </a:xfrm>
            <a:custGeom>
              <a:avLst/>
              <a:gdLst/>
              <a:ahLst/>
              <a:cxnLst/>
              <a:rect l="l" t="t" r="r" b="b"/>
              <a:pathLst>
                <a:path w="3311" h="3472" extrusionOk="0">
                  <a:moveTo>
                    <a:pt x="334" y="447"/>
                  </a:moveTo>
                  <a:lnTo>
                    <a:pt x="2763" y="1733"/>
                  </a:lnTo>
                  <a:lnTo>
                    <a:pt x="334" y="3007"/>
                  </a:lnTo>
                  <a:lnTo>
                    <a:pt x="334" y="447"/>
                  </a:lnTo>
                  <a:close/>
                  <a:moveTo>
                    <a:pt x="163" y="1"/>
                  </a:moveTo>
                  <a:cubicBezTo>
                    <a:pt x="135" y="1"/>
                    <a:pt x="108" y="7"/>
                    <a:pt x="84" y="18"/>
                  </a:cubicBezTo>
                  <a:cubicBezTo>
                    <a:pt x="36" y="54"/>
                    <a:pt x="1" y="114"/>
                    <a:pt x="1" y="173"/>
                  </a:cubicBezTo>
                  <a:lnTo>
                    <a:pt x="1" y="3293"/>
                  </a:lnTo>
                  <a:cubicBezTo>
                    <a:pt x="1" y="3352"/>
                    <a:pt x="24" y="3412"/>
                    <a:pt x="84" y="3447"/>
                  </a:cubicBezTo>
                  <a:cubicBezTo>
                    <a:pt x="120" y="3459"/>
                    <a:pt x="144" y="3471"/>
                    <a:pt x="179" y="3471"/>
                  </a:cubicBezTo>
                  <a:cubicBezTo>
                    <a:pt x="203" y="3471"/>
                    <a:pt x="239" y="3471"/>
                    <a:pt x="251" y="3459"/>
                  </a:cubicBezTo>
                  <a:lnTo>
                    <a:pt x="3227" y="1900"/>
                  </a:lnTo>
                  <a:cubicBezTo>
                    <a:pt x="3287" y="1864"/>
                    <a:pt x="3311" y="1804"/>
                    <a:pt x="3311" y="1745"/>
                  </a:cubicBezTo>
                  <a:cubicBezTo>
                    <a:pt x="3311" y="1673"/>
                    <a:pt x="3287" y="1614"/>
                    <a:pt x="3227" y="1578"/>
                  </a:cubicBezTo>
                  <a:lnTo>
                    <a:pt x="251" y="18"/>
                  </a:lnTo>
                  <a:cubicBezTo>
                    <a:pt x="221" y="7"/>
                    <a:pt x="191" y="1"/>
                    <a:pt x="163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5531D6DB-753C-739C-7521-DB82CFE0949F}"/>
              </a:ext>
            </a:extLst>
          </p:cNvPr>
          <p:cNvSpPr/>
          <p:nvPr/>
        </p:nvSpPr>
        <p:spPr>
          <a:xfrm>
            <a:off x="2300177" y="-178538"/>
            <a:ext cx="4543646" cy="5500577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Ai Tech Agency ">
  <a:themeElements>
    <a:clrScheme name="Simple Light">
      <a:dk1>
        <a:srgbClr val="0C343D"/>
      </a:dk1>
      <a:lt1>
        <a:srgbClr val="00C3B1"/>
      </a:lt1>
      <a:dk2>
        <a:srgbClr val="CC4125"/>
      </a:dk2>
      <a:lt2>
        <a:srgbClr val="F3F3F3"/>
      </a:lt2>
      <a:accent1>
        <a:srgbClr val="0C343D"/>
      </a:accent1>
      <a:accent2>
        <a:srgbClr val="00C3B1"/>
      </a:accent2>
      <a:accent3>
        <a:srgbClr val="CC4125"/>
      </a:accent3>
      <a:accent4>
        <a:srgbClr val="F3F3F3"/>
      </a:accent4>
      <a:accent5>
        <a:srgbClr val="0C343D"/>
      </a:accent5>
      <a:accent6>
        <a:srgbClr val="00C3B1"/>
      </a:accent6>
      <a:hlink>
        <a:srgbClr val="F3F3F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1028</Words>
  <Application>Microsoft Office PowerPoint</Application>
  <PresentationFormat>On-screen Show (16:9)</PresentationFormat>
  <Paragraphs>110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5" baseType="lpstr">
      <vt:lpstr>B Nazanin</vt:lpstr>
      <vt:lpstr>Josefin Slab</vt:lpstr>
      <vt:lpstr>Advent Pro Light</vt:lpstr>
      <vt:lpstr>Rajdhani</vt:lpstr>
      <vt:lpstr>Wingdings</vt:lpstr>
      <vt:lpstr>B Sina</vt:lpstr>
      <vt:lpstr>Courier New</vt:lpstr>
      <vt:lpstr>Anton</vt:lpstr>
      <vt:lpstr>Fira Sans Condensed Light</vt:lpstr>
      <vt:lpstr>Arial</vt:lpstr>
      <vt:lpstr>Ai Tech Agency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با تشکر از توجه شما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قالب پاورپوینت هوش مصنوعی</dc:title>
  <dc:creator>user</dc:creator>
  <cp:lastModifiedBy>DENIZ PC</cp:lastModifiedBy>
  <cp:revision>8</cp:revision>
  <dcterms:modified xsi:type="dcterms:W3CDTF">2026-10-23T14:14:13Z</dcterms:modified>
</cp:coreProperties>
</file>